
<file path=[Content_Types].xml><?xml version="1.0" encoding="utf-8"?>
<Types xmlns="http://schemas.openxmlformats.org/package/2006/content-types">
  <Default Extension="rels" ContentType="application/vnd.openxmlformats-package.relationships+xml"/>
  <Default Extension="xml" ContentType="application/xml"/>
  <Default Extension="vml" ContentType="application/vnd.openxmlformats-officedocument.vmlDrawing"/>
  <Default Extension="fntdata" ContentType="application/x-fontdata"/>
  <Default Extension="bmp" ContentType="image/bmp"/>
  <Default Extension="jpeg" ContentType="image/jpeg"/>
  <Default Extension="png" ContentType="image/png"/>
  <Default Extension="gif" ContentType="image/gif"/>
  <Default Extension="tif" ContentType="image/tif"/>
  <Default Extension="emf" ContentType="image/x-emf"/>
  <Default Extension="wmf" ContentType="image/x-wmf"/>
  <Default Extension="pct" ContentType="image/pct"/>
  <Default Extension="pcx" ContentType="image/pcx"/>
  <Default Extension="tga" ContentType="image/tga"/>
  <Default Extension="svg" ContentType="image/svg+xml"/>
  <Default Extension="avi" ContentType="video/avi"/>
  <Default Extension="wmv" ContentType="video/wmv"/>
  <Default Extension="mpg" ContentType="video/mpeg"/>
  <Default Extension="mpeg" ContentType="video/mpeg"/>
  <Default Extension="mp2" ContentType="video/mpeg"/>
  <Default Extension="mp4" ContentType="video/mpeg"/>
  <Default Extension="wma" ContentType="audio/x-ms-wma"/>
  <Default Extension="mid" ContentType="audio/unknown"/>
  <Default Extension="midi" ContentType="audio/unknown"/>
  <Default Extension="rmi" ContentType="audio/unknown"/>
  <Default Extension="mp3" ContentType="audio/unknown"/>
  <Default Extension="wav" ContentType="audio/wav"/>
  <Default Extension="bin" ContentType="application/vnd.openxmlformats-officedocument.oleObjec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Types>
</file>

<file path=_rels/.rels><?xml version="1.0" encoding="UTF-8" standalone="yes" ?>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embedTrueTypeFonts="1" saveSubsetFonts="0">
  <p:sldMasterIdLst>
    <p:sldMasterId id="2147483648" r:id="rId5"/>
  </p:sldMasterIdLst>
  <p:sldIdLst>
    <p:sldId id="256" r:id="rId6"/>
    <p:sldId id="258" r:id="rId7"/>
    <p:sldId id="262" r:id="rId8"/>
    <p:sldId id="263" r:id="rId9"/>
    <p:sldId id="266" r:id="rId10"/>
    <p:sldId id="264" r:id="rId11"/>
    <p:sldId id="265" r:id="rId12"/>
  </p:sldIdLst>
  <p:sldSz cx="18288000" cy="10287000"/>
  <p:notesSz cx="6858000" cy="9144000"/>
  <p:embeddedFontLst>
    <p:embeddedFont>
      <p:font typeface="Aileron" pitchFamily="0" charset="0"/>
      <p:regular r:id="rId13"/>
    </p:embeddedFont>
    <p:embeddedFont>
      <p:font typeface="Aileron Bold" pitchFamily="0" charset="0"/>
      <p:regular r:id="rId14"/>
    </p:embeddedFont>
    <p:embeddedFont>
      <p:font typeface="Aileron Heavy" pitchFamily="0" charset="0"/>
      <p:regular r:id="rId15"/>
      <p:bold r:id="rId16"/>
      <p:italic r:id="rId17"/>
      <p:boldItalic r:id="rId18"/>
    </p:embeddedFont>
    <p:embeddedFont>
      <p:font typeface="Aileron Ultra-Bold" pitchFamily="0" charset="0"/>
      <p:regular r:id="rId19"/>
      <p:bold r:id="rId20"/>
      <p:italic r:id="rId21"/>
      <p:boldItalic r:id="rId22"/>
    </p:embeddedFont>
  </p:embeddedFontLst>
  <p:defaultTextStyle>
    <a:lvl1pPr marL="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1pPr>
    <a:lvl2pPr marL="457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9pPr>
  </p:defaultTextStyle>
</p:presentation>
</file>

<file path=ppt/presProps.xml><?xml version="1.0" encoding="utf-8"?>
<p:presentationP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howPr showNarration="1"/>
  <p:extLst>
    <p:ext uri="smNativeData">
      <pr:smAppRevision xmlns:pr="smNativeData" xmlns="smNativeData" dt="1771135546" val="1060" revOS="4"/>
      <pr:smFileRevision xmlns:pr="smNativeData" xmlns="smNativeData" dt="1771135546" val="0"/>
      <pr:guideOptions xmlns:pr="smNativeData" xmlns="smNativeData" dt="1771135546" snapToGrid="1" snapToBorders="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lideViewPr>
    <p:cSldViewPr>
      <p:cViewPr varScale="1">
        <p:scale>
          <a:sx n="40" d="100"/>
          <a:sy n="40" d="100"/>
        </p:scale>
        <p:origin x="78" y="750"/>
      </p:cViewPr>
      <p:guideLst x="0" y="0">
        <p:guide orient="horz" pos="2160"/>
        <p:guide pos="2880"/>
      </p:guideLst>
    </p:cSldViewPr>
  </p:slideViewPr>
  <p:outlineViewPr>
    <p:cViewPr>
      <p:scale>
        <a:sx n="33" d="100"/>
        <a:sy n="33" d="100"/>
      </p:scale>
      <p:origin x="0" y="0"/>
    </p:cViewPr>
  </p:outlineViewPr>
  <p:sorterViewPr>
    <p:cViewPr>
      <p:scale>
        <a:sx n="9" d="100"/>
        <a:sy n="9" d="100"/>
      </p:scale>
      <p:origin x="0" y="0"/>
    </p:cViewPr>
  </p:sorterViewPr>
  <p:notesViewPr>
    <p:cSldViewPr>
      <p:cViewPr>
        <p:scale>
          <a:sx n="40" d="100"/>
          <a:sy n="40" d="100"/>
        </p:scale>
        <p:origin x="78" y="750"/>
      </p:cViewPr>
    </p:cSldViewPr>
  </p:notesViewPr>
  <p:gridSpacing cx="78028800" cy="78028800"/>
</p:viewPr>
</file>

<file path=ppt/_rels/presentation.xml.rels><?xml version="1.0" encoding="UTF-8" standalone="yes" ?>
<Relationships xmlns="http://schemas.openxmlformats.org/package/2006/relationships"><Relationship Id="rId1" Type="http://schemas.openxmlformats.org/officeDocument/2006/relationships/theme" Target="theme/theme1.xml"/><Relationship Id="rId2" Type="http://schemas.openxmlformats.org/officeDocument/2006/relationships/tableStyles" Target="tableStyles.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 Id="rId19" Type="http://schemas.openxmlformats.org/officeDocument/2006/relationships/font" Target="fonts/font7.fntdata"/><Relationship Id="rId20" Type="http://schemas.openxmlformats.org/officeDocument/2006/relationships/font" Target="fonts/font8.fntdata"/><Relationship Id="rId21" Type="http://schemas.openxmlformats.org/officeDocument/2006/relationships/font" Target="fonts/font9.fntdata"/><Relationship Id="rId22" Type="http://schemas.openxmlformats.org/officeDocument/2006/relationships/font" Target="fonts/font10.fntdata"/></Relationships>
</file>

<file path=ppt/slideLayouts/_rels/slideLayout1.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itle" preserve="1">
  <p:cSld name="Title Slide">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sNAAAINAAAJhYAABAAAAAmAAAACAAAAAEAAAAAAAAA"/>
              </a:ext>
            </a:extLst>
          </p:cNvSpPr>
          <p:nvPr>
            <p:ph type="ctrTitle"/>
          </p:nvPr>
        </p:nvSpPr>
        <p:spPr>
          <a:xfrm>
            <a:off x="685800" y="2130425"/>
            <a:ext cx="7772400" cy="1470025"/>
          </a:xfrm>
        </p:spPr>
        <p:txBody>
          <a:bodyPr/>
          <a:lstStyle/>
          <a:p>
            <a:pPr>
              <a:defRPr lang="en-us"/>
            </a:pPr>
            <a:r>
              <a:t>Click to edit Master title style</a:t>
            </a:r>
          </a:p>
        </p:txBody>
      </p:sp>
      <p:sp>
        <p:nvSpPr>
          <p:cNvPr id="3" name="Subtitle 2"/>
          <p:cNvSpPr>
            <a:spLocks noGrp="1" noChangeArrowheads="1"/>
            <a:extLst>
              <a:ext uri="smNativeData">
                <pr:smNativeData xmlns:pr="smNativeData" xmlns="smNativeData" val="SMDATA_15_OmKR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GEAZ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cAgAAOgXAADQLwAAsCIAABAAAAAmAAAACAAAAAGAAAAAAAAA"/>
              </a:ext>
            </a:extLst>
          </p:cNvSpPr>
          <p:nvPr>
            <p:ph type="subTitle" idx="1"/>
          </p:nvPr>
        </p:nvSpPr>
        <p:spPr>
          <a:xfrm>
            <a:off x="1371600" y="3886200"/>
            <a:ext cx="6400800" cy="1752600"/>
          </a:xfrm>
        </p:spPr>
        <p:txBody>
          <a:bodyPr/>
          <a:lstStyle>
            <a:lvl1pPr marL="0" indent="0" algn="ctr">
              <a:buNone/>
              <a:defRPr lang="en-us" cap="none">
                <a:solidFill>
                  <a:srgbClr val="8C8C8C"/>
                </a:solidFill>
              </a:defRPr>
            </a:lvl1pPr>
            <a:lvl2pPr marL="457200" indent="0" algn="ctr">
              <a:buNone/>
              <a:defRPr lang="en-us" cap="none">
                <a:solidFill>
                  <a:srgbClr val="8C8C8C"/>
                </a:solidFill>
              </a:defRPr>
            </a:lvl2pPr>
            <a:lvl3pPr marL="914400" indent="0" algn="ctr">
              <a:buNone/>
              <a:defRPr lang="en-us" cap="none">
                <a:solidFill>
                  <a:srgbClr val="8C8C8C"/>
                </a:solidFill>
              </a:defRPr>
            </a:lvl3pPr>
            <a:lvl4pPr marL="1371600" indent="0" algn="ctr">
              <a:buNone/>
              <a:defRPr lang="en-us" cap="none">
                <a:solidFill>
                  <a:srgbClr val="8C8C8C"/>
                </a:solidFill>
              </a:defRPr>
            </a:lvl4pPr>
            <a:lvl5pPr marL="1828800" indent="0" algn="ctr">
              <a:buNone/>
              <a:defRPr lang="en-us" cap="none">
                <a:solidFill>
                  <a:srgbClr val="8C8C8C"/>
                </a:solidFill>
              </a:defRPr>
            </a:lvl5pPr>
            <a:lvl6pPr marL="2286000" indent="0" algn="ctr">
              <a:buNone/>
              <a:defRPr lang="en-us" cap="none">
                <a:solidFill>
                  <a:srgbClr val="8C8C8C"/>
                </a:solidFill>
              </a:defRPr>
            </a:lvl6pPr>
            <a:lvl7pPr marL="2743200" indent="0" algn="ctr">
              <a:buNone/>
              <a:defRPr lang="en-us" cap="none">
                <a:solidFill>
                  <a:srgbClr val="8C8C8C"/>
                </a:solidFill>
              </a:defRPr>
            </a:lvl7pPr>
            <a:lvl8pPr marL="3200400" indent="0" algn="ctr">
              <a:buNone/>
              <a:defRPr lang="en-us" cap="none">
                <a:solidFill>
                  <a:srgbClr val="8C8C8C"/>
                </a:solidFill>
              </a:defRPr>
            </a:lvl8pPr>
            <a:lvl9pPr marL="3657600" indent="0" algn="ctr">
              <a:buNone/>
              <a:defRPr lang="en-us" cap="none">
                <a:solidFill>
                  <a:srgbClr val="8C8C8C"/>
                </a:solidFill>
              </a:defRPr>
            </a:lvl9pPr>
          </a:lstStyle>
          <a:p>
            <a:pPr>
              <a:defRPr lang="en-us"/>
            </a:pPr>
            <a:r>
              <a:t>Click to edit Master subtitle style</a:t>
            </a:r>
          </a:p>
        </p:txBody>
      </p:sp>
      <p:sp>
        <p:nvSpPr>
          <p:cNvPr id="4" name="Date Placeholder 3"/>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BonAADwDwAAWSkAABAAAAAmAAAACAAAAAAAAAAAAAAA"/>
              </a:ext>
            </a:extLst>
          </p:cNvSpPr>
          <p:nvPr>
            <p:ph type="dt" sz="half" idx="10"/>
          </p:nvPr>
        </p:nvSpPr>
        <p:spPr/>
        <p:txBody>
          <a:bodyPr/>
          <a:lstStyle/>
          <a:p>
            <a:pPr>
              <a:defRPr lang="en-us"/>
            </a:pPr>
            <a:fld id="{3F64B593-DDD2-3143-9CDC-2B16FB926A7E}" type="datetime1">
              <a:t>6/16/2024</a:t>
            </a:fld>
          </a:p>
        </p:txBody>
      </p:sp>
      <p:sp>
        <p:nvSpPr>
          <p:cNvPr id="5" name="Footer Placeholder 4"/>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MAABonAAAIJQAAWSkAABAAAAAmAAAACAAAAAAAAAAAAAAA"/>
              </a:ext>
            </a:extLst>
          </p:cNvSpPr>
          <p:nvPr>
            <p:ph type="ftr" sz="quarter" idx="11"/>
          </p:nvPr>
        </p:nvSpPr>
        <p:spPr/>
        <p:txBody>
          <a:bodyPr/>
          <a:lstStyle/>
          <a:p>
            <a:pPr>
              <a:defRPr lang="en-us"/>
            </a:pPr>
          </a:p>
        </p:txBody>
      </p:sp>
      <p:sp>
        <p:nvSpPr>
          <p:cNvPr id="6" name="Slide Number Placeholder 5"/>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CgAABonAABwNQAAWSkAABAAAAAmAAAACAAAAAAAAAAAAAAA"/>
              </a:ext>
            </a:extLst>
          </p:cNvSpPr>
          <p:nvPr>
            <p:ph type="sldNum" sz="quarter" idx="12"/>
          </p:nvPr>
        </p:nvSpPr>
        <p:spPr/>
        <p:txBody>
          <a:bodyPr/>
          <a:lstStyle/>
          <a:p>
            <a:pPr>
              <a:defRPr lang="en-us"/>
            </a:pPr>
            <a:fld id="{3F64E620-6ED2-3110-9CDC-9845A8926ACD}" type="slidenum">
              <a:t>‹#›</a:t>
            </a:fld>
          </a:p>
        </p:txBody>
      </p:sp>
    </p:spTree>
  </p:cSld>
  <p:clrMapOvr>
    <a:masterClrMapping/>
  </p:clrMapOvr>
  <p:hf hdr="0" ftr="0"/>
</p:sldLayout>
</file>

<file path=ppt/slideLayouts/slideLayout2.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obj" preserve="1">
  <p:cSld name="Title and Content">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LEBAABwNQAAuQgAABAAAAAmAAAACAAAAAAAAAAAAAAA"/>
              </a:ext>
            </a:extLst>
          </p:cNvSpPr>
          <p:nvPr>
            <p:ph type="title"/>
          </p:nvPr>
        </p:nvSpPr>
        <p:spPr/>
        <p:txBody>
          <a:bodyPr/>
          <a:lstStyle/>
          <a:p>
            <a:pPr>
              <a:defRPr lang="en-us"/>
            </a:pPr>
            <a:r>
              <a:t>Click to edit Master title style</a:t>
            </a:r>
          </a:p>
        </p:txBody>
      </p:sp>
      <p:sp>
        <p:nvSpPr>
          <p:cNvPr id="3" name="Content Placeholder 2"/>
          <p:cNvSpPr>
            <a:spLocks noGrp="1" noChangeArrowheads="1"/>
            <a:extLst>
              <a:ext uri="smNativeData">
                <pr:smNativeData xmlns:pr="smNativeData" xmlns="smNativeData" val="SMDATA_15_OmKR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NgJAABwNQAAsCUAABAAAAAmAAAACAAAAAAAAAAAAAAA"/>
              </a:ext>
            </a:extLst>
          </p:cNvSpPr>
          <p:nvPr>
            <p:ph idx="1"/>
          </p:nvPr>
        </p:nvSpPr>
        <p:spPr/>
        <p:txBody>
          <a:body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4" name="Date Placeholder 3"/>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BonAADwDwAAWSkAABAAAAAmAAAACAAAAAAAAAAAAAAA"/>
              </a:ext>
            </a:extLst>
          </p:cNvSpPr>
          <p:nvPr>
            <p:ph type="dt" sz="half" idx="10"/>
          </p:nvPr>
        </p:nvSpPr>
        <p:spPr/>
        <p:txBody>
          <a:bodyPr/>
          <a:lstStyle/>
          <a:p>
            <a:pPr>
              <a:defRPr lang="en-us"/>
            </a:pPr>
            <a:fld id="{3F64DD71-3FD2-312B-9CDC-C97E93926A9C}" type="datetime1">
              <a:t>6/16/2024</a:t>
            </a:fld>
          </a:p>
        </p:txBody>
      </p:sp>
      <p:sp>
        <p:nvSpPr>
          <p:cNvPr id="5" name="Footer Placeholder 4"/>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MAABonAAAIJQAAWSkAABAAAAAmAAAACAAAAAAAAAAAAAAA"/>
              </a:ext>
            </a:extLst>
          </p:cNvSpPr>
          <p:nvPr>
            <p:ph type="ftr" sz="quarter" idx="11"/>
          </p:nvPr>
        </p:nvSpPr>
        <p:spPr/>
        <p:txBody>
          <a:bodyPr/>
          <a:lstStyle/>
          <a:p>
            <a:pPr>
              <a:defRPr lang="en-us"/>
            </a:pPr>
          </a:p>
        </p:txBody>
      </p:sp>
      <p:sp>
        <p:nvSpPr>
          <p:cNvPr id="6" name="Slide Number Placeholder 5"/>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CgAABonAABwNQAAWSkAABAAAAAmAAAACAAAAAAAAAAAAAAA"/>
              </a:ext>
            </a:extLst>
          </p:cNvSpPr>
          <p:nvPr>
            <p:ph type="sldNum" sz="quarter" idx="12"/>
          </p:nvPr>
        </p:nvSpPr>
        <p:spPr/>
        <p:txBody>
          <a:bodyPr/>
          <a:lstStyle/>
          <a:p>
            <a:pPr>
              <a:defRPr lang="en-us"/>
            </a:pPr>
            <a:fld id="{3F64FEA1-EFD2-3108-9CDC-195DB0926A4C}" type="slidenum">
              <a:t>‹#›</a:t>
            </a:fld>
          </a:p>
        </p:txBody>
      </p:sp>
    </p:spTree>
  </p:cSld>
  <p:clrMapOvr>
    <a:masterClrMapping/>
  </p:clrMapOvr>
  <p:hf hdr="0" ftr="0"/>
</p:sldLayout>
</file>

<file path=ppt/slideLayouts/slideLayout3.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secHead" preserve="1">
  <p:cSld name="Section Header">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OmKR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cgQAABwbAABCNAAAfSMAABAAAAAmAAAACAAAAIGAAAAAAAAA"/>
              </a:ext>
            </a:extLst>
          </p:cNvSpPr>
          <p:nvPr>
            <p:ph type="title"/>
          </p:nvPr>
        </p:nvSpPr>
        <p:spPr>
          <a:xfrm>
            <a:off x="722630" y="4406900"/>
            <a:ext cx="7772400" cy="1362075"/>
          </a:xfrm>
        </p:spPr>
        <p:txBody>
          <a:bodyPr vert="horz" wrap="square" lIns="91440" tIns="45720" rIns="91440" bIns="45720" numCol="1" spcCol="215900" anchor="t">
            <a:prstTxWarp prst="textNoShape">
              <a:avLst/>
            </a:prstTxWarp>
          </a:bodyPr>
          <a:lstStyle>
            <a:lvl1pPr algn="l">
              <a:defRPr lang="en-us" sz="4000" b="1" cap="all"/>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r>
              <a:t>Click to edit Master title style</a:t>
            </a:r>
          </a:p>
        </p:txBody>
      </p:sp>
      <p:sp>
        <p:nvSpPr>
          <p:cNvPr id="3" name="Text Placeholder 2"/>
          <p:cNvSpPr>
            <a:spLocks noGrp="1" noChangeArrowheads="1"/>
            <a:extLst>
              <a:ext uri="smNativeData">
                <pr:smNativeData xmlns:pr="smNativeData" xmlns="smNativeData" val="SMDATA_15_OmKRaRMAAAAlAAAAZAAAAA0AAAAAkAAAAEgAAACQAAAAS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cgQAAOIRAABCNAAAHBsAABAAAAAmAAAACAAAAIGAAAAAAAAA"/>
              </a:ext>
            </a:extLst>
          </p:cNvSpPr>
          <p:nvPr>
            <p:ph idx="1"/>
          </p:nvPr>
        </p:nvSpPr>
        <p:spPr>
          <a:xfrm>
            <a:off x="722630" y="2907030"/>
            <a:ext cx="7772400" cy="1499870"/>
          </a:xfrm>
        </p:spPr>
        <p:txBody>
          <a:bodyPr vert="horz" wrap="square" lIns="91440" tIns="45720" rIns="91440" bIns="45720" numCol="1" spcCol="215900" anchor="b">
            <a:prstTxWarp prst="textNoShape">
              <a:avLst/>
            </a:prstTxWarp>
          </a:bodyPr>
          <a:lstStyle>
            <a:lvl1pPr marL="0" indent="0">
              <a:buNone/>
              <a:defRPr lang="en-us" sz="2000" cap="none">
                <a:solidFill>
                  <a:srgbClr val="8C8C8C"/>
                </a:solidFill>
              </a:defRPr>
            </a:lvl1pPr>
            <a:lvl2pPr marL="457200" indent="0">
              <a:buNone/>
              <a:defRPr lang="en-us" sz="1800" cap="none">
                <a:solidFill>
                  <a:srgbClr val="8C8C8C"/>
                </a:solidFill>
              </a:defRPr>
            </a:lvl2pPr>
            <a:lvl3pPr marL="914400" indent="0">
              <a:buNone/>
              <a:defRPr lang="en-us" sz="1600" cap="none">
                <a:solidFill>
                  <a:srgbClr val="8C8C8C"/>
                </a:solidFill>
              </a:defRPr>
            </a:lvl3pPr>
            <a:lvl4pPr marL="1371600" indent="0">
              <a:buNone/>
              <a:defRPr lang="en-us" sz="1400" cap="none">
                <a:solidFill>
                  <a:srgbClr val="8C8C8C"/>
                </a:solidFill>
              </a:defRPr>
            </a:lvl4pPr>
            <a:lvl5pPr marL="1828800" indent="0">
              <a:buNone/>
              <a:defRPr lang="en-us" sz="1400" cap="none">
                <a:solidFill>
                  <a:srgbClr val="8C8C8C"/>
                </a:solidFill>
              </a:defRPr>
            </a:lvl5pPr>
            <a:lvl6pPr marL="2286000" indent="0">
              <a:buNone/>
              <a:defRPr lang="en-us" sz="1400" cap="none">
                <a:solidFill>
                  <a:srgbClr val="8C8C8C"/>
                </a:solidFill>
              </a:defRPr>
            </a:lvl6pPr>
            <a:lvl7pPr marL="2743200" indent="0">
              <a:buNone/>
              <a:defRPr lang="en-us" sz="1400" cap="none">
                <a:solidFill>
                  <a:srgbClr val="8C8C8C"/>
                </a:solidFill>
              </a:defRPr>
            </a:lvl7pPr>
            <a:lvl8pPr marL="3200400" indent="0">
              <a:buNone/>
              <a:defRPr lang="en-us" sz="1400" cap="none">
                <a:solidFill>
                  <a:srgbClr val="8C8C8C"/>
                </a:solidFill>
              </a:defRPr>
            </a:lvl8pPr>
            <a:lvl9pPr marL="3657600" indent="0">
              <a:buNone/>
              <a:defRPr lang="en-us" sz="1400" cap="none">
                <a:solidFill>
                  <a:srgbClr val="8C8C8C"/>
                </a:solidFill>
              </a:defRPr>
            </a:lvl9pPr>
          </a:lstStyle>
          <a:p>
            <a:pPr>
              <a:defRPr lang="en-us"/>
            </a:pPr>
            <a:r>
              <a:t>Click to edit Master text styles</a:t>
            </a:r>
          </a:p>
        </p:txBody>
      </p:sp>
      <p:sp>
        <p:nvSpPr>
          <p:cNvPr id="4" name="Date Placeholder 3"/>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BonAADwDwAAWSkAABAAAAAmAAAACAAAAAAAAAAAAAAA"/>
              </a:ext>
            </a:extLst>
          </p:cNvSpPr>
          <p:nvPr>
            <p:ph type="dt" sz="half" idx="10"/>
          </p:nvPr>
        </p:nvSpPr>
        <p:spPr/>
        <p:txBody>
          <a:bodyPr/>
          <a:lstStyle/>
          <a:p>
            <a:pPr>
              <a:defRPr lang="en-us"/>
            </a:pPr>
            <a:fld id="{3F64FD87-C9D2-310B-9CDC-3F5EB3926A6A}" type="datetime1">
              <a:t>6/16/2024</a:t>
            </a:fld>
          </a:p>
        </p:txBody>
      </p:sp>
      <p:sp>
        <p:nvSpPr>
          <p:cNvPr id="5" name="Footer Placeholder 4"/>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MAABonAAAIJQAAWSkAABAAAAAmAAAACAAAAAAAAAAAAAAA"/>
              </a:ext>
            </a:extLst>
          </p:cNvSpPr>
          <p:nvPr>
            <p:ph type="ftr" sz="quarter" idx="11"/>
          </p:nvPr>
        </p:nvSpPr>
        <p:spPr/>
        <p:txBody>
          <a:bodyPr/>
          <a:lstStyle/>
          <a:p>
            <a:pPr>
              <a:defRPr lang="en-us"/>
            </a:pPr>
          </a:p>
        </p:txBody>
      </p:sp>
      <p:sp>
        <p:nvSpPr>
          <p:cNvPr id="6" name="Slide Number Placeholder 5"/>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CgAABonAABwNQAAWSkAABAAAAAmAAAACAAAAAAAAAAAAAAA"/>
              </a:ext>
            </a:extLst>
          </p:cNvSpPr>
          <p:nvPr>
            <p:ph type="sldNum" sz="quarter" idx="12"/>
          </p:nvPr>
        </p:nvSpPr>
        <p:spPr/>
        <p:txBody>
          <a:bodyPr/>
          <a:lstStyle/>
          <a:p>
            <a:pPr>
              <a:defRPr lang="en-us"/>
            </a:pPr>
            <a:fld id="{3F64FC04-4AD2-310A-9CDC-BC5FB2926AE9}" type="slidenum">
              <a:t>‹#›</a:t>
            </a:fld>
          </a:p>
        </p:txBody>
      </p:sp>
    </p:spTree>
  </p:cSld>
  <p:clrMapOvr>
    <a:masterClrMapping/>
  </p:clrMapOvr>
  <p:hf hdr="0" ftr="0"/>
</p:sldLayout>
</file>

<file path=ppt/slideLayouts/slideLayout4.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woObj" preserve="1">
  <p:cSld name="Two Content">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LEBAABwNQAAuQgAABAAAAAmAAAACAAAAAAAAAAAAAAA"/>
              </a:ext>
            </a:extLst>
          </p:cNvSpPr>
          <p:nvPr>
            <p:ph type="title"/>
          </p:nvPr>
        </p:nvSpPr>
        <p:spPr/>
        <p:txBody>
          <a:bodyPr/>
          <a:lstStyle/>
          <a:p>
            <a:pPr>
              <a:defRPr lang="en-us"/>
            </a:pPr>
            <a:r>
              <a:t>Click to edit Master title style</a:t>
            </a:r>
          </a:p>
        </p:txBody>
      </p:sp>
      <p:sp>
        <p:nvSpPr>
          <p:cNvPr id="3" name="Content Placeholder 2"/>
          <p:cNvSpPr>
            <a:spLocks noGrp="1" noChangeArrowheads="1"/>
            <a:extLst>
              <a:ext uri="smNativeData">
                <pr:smNativeData xmlns:pr="smNativeData" xmlns="smNativeData" val="SMDATA_15_OmKR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NgJAACoGwAAsCUAABAAAAAmAAAACAAAAAGAAAAAAAAA"/>
              </a:ext>
            </a:extLst>
          </p:cNvSpPr>
          <p:nvPr>
            <p:ph idx="1"/>
          </p:nvPr>
        </p:nvSpPr>
        <p:spPr>
          <a:xfrm>
            <a:off x="457200" y="1600200"/>
            <a:ext cx="4038600" cy="4526280"/>
          </a:xfrm>
        </p:spPr>
        <p:txBody>
          <a:bodyPr/>
          <a:lstStyle>
            <a:lvl1pPr>
              <a:defRPr lang="en-us" sz="2800" cap="none"/>
            </a:lvl1pPr>
            <a:lvl2pPr>
              <a:defRPr lang="en-us" sz="2400" cap="none"/>
            </a:lvl2pPr>
            <a:lvl3pPr>
              <a:defRPr lang="en-us" sz="2000" cap="none"/>
            </a:lvl3pPr>
            <a:lvl4pPr>
              <a:defRPr lang="en-us" sz="1800" cap="none"/>
            </a:lvl4pPr>
            <a:lvl5pPr>
              <a:defRPr lang="en-us" sz="1800" cap="none"/>
            </a:lvl5pPr>
            <a:lvl6pPr>
              <a:defRPr lang="en-us" sz="1800" cap="none"/>
            </a:lvl6pPr>
            <a:lvl7pPr>
              <a:defRPr lang="en-us" sz="1800" cap="none"/>
            </a:lvl7pPr>
            <a:lvl8pPr>
              <a:defRPr lang="en-us" sz="1800" cap="none"/>
            </a:lvl8pPr>
            <a:lvl9pPr>
              <a:defRPr lang="en-us" sz="1800" cap="none"/>
            </a:lvl9p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4" name="Content Placeholder 3"/>
          <p:cNvSpPr>
            <a:spLocks noGrp="1" noChangeArrowheads="1"/>
            <a:extLst>
              <a:ext uri="smNativeData">
                <pr:smNativeData xmlns:pr="smNativeData" xmlns="smNativeData" val="SMDATA_15_OmKR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mBwAANgJAABwNQAAsCUAABAAAAAmAAAACAAAAAGAAAAAAAAA"/>
              </a:ext>
            </a:extLst>
          </p:cNvSpPr>
          <p:nvPr>
            <p:ph idx="2"/>
          </p:nvPr>
        </p:nvSpPr>
        <p:spPr>
          <a:xfrm>
            <a:off x="4648200" y="1600200"/>
            <a:ext cx="4038600" cy="4526280"/>
          </a:xfrm>
        </p:spPr>
        <p:txBody>
          <a:bodyPr/>
          <a:lstStyle>
            <a:lvl1pPr>
              <a:defRPr lang="en-us" sz="2800" cap="none"/>
            </a:lvl1pPr>
            <a:lvl2pPr>
              <a:defRPr lang="en-us" sz="2400" cap="none"/>
            </a:lvl2pPr>
            <a:lvl3pPr>
              <a:defRPr lang="en-us" sz="2000" cap="none"/>
            </a:lvl3pPr>
            <a:lvl4pPr>
              <a:defRPr lang="en-us" sz="1800" cap="none"/>
            </a:lvl4pPr>
            <a:lvl5pPr>
              <a:defRPr lang="en-us" sz="1800" cap="none"/>
            </a:lvl5pPr>
            <a:lvl6pPr>
              <a:defRPr lang="en-us" sz="1800" cap="none"/>
            </a:lvl6pPr>
            <a:lvl7pPr>
              <a:defRPr lang="en-us" sz="1800" cap="none"/>
            </a:lvl7pPr>
            <a:lvl8pPr>
              <a:defRPr lang="en-us" sz="1800" cap="none"/>
            </a:lvl8pPr>
            <a:lvl9pPr>
              <a:defRPr lang="en-us" sz="1800" cap="none"/>
            </a:lvl9p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5" name="Date Placeholder 4"/>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BonAADwDwAAWSkAABAAAAAmAAAACAAAAAAAAAAAAAAA"/>
              </a:ext>
            </a:extLst>
          </p:cNvSpPr>
          <p:nvPr>
            <p:ph type="dt" sz="half" idx="10"/>
          </p:nvPr>
        </p:nvSpPr>
        <p:spPr/>
        <p:txBody>
          <a:bodyPr/>
          <a:lstStyle/>
          <a:p>
            <a:pPr>
              <a:defRPr lang="en-us"/>
            </a:pPr>
            <a:fld id="{3F64B959-17D2-314F-9CDC-E11AF7926AB4}" type="datetime1">
              <a:t>6/16/2024</a:t>
            </a:fld>
          </a:p>
        </p:txBody>
      </p:sp>
      <p:sp>
        <p:nvSpPr>
          <p:cNvPr id="6" name="Footer Placeholder 5"/>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MAABonAAAIJQAAWSkAABAAAAAmAAAACAAAAAAAAAAAAAAA"/>
              </a:ext>
            </a:extLst>
          </p:cNvSpPr>
          <p:nvPr>
            <p:ph type="ftr" sz="quarter" idx="11"/>
          </p:nvPr>
        </p:nvSpPr>
        <p:spPr/>
        <p:txBody>
          <a:bodyPr/>
          <a:lstStyle/>
          <a:p>
            <a:pPr>
              <a:defRPr lang="en-us"/>
            </a:pPr>
          </a:p>
        </p:txBody>
      </p:sp>
      <p:sp>
        <p:nvSpPr>
          <p:cNvPr id="7" name="Slide Number Placeholder 6"/>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CgAABonAABwNQAAWSkAABAAAAAmAAAACAAAAAAAAAAAAAAA"/>
              </a:ext>
            </a:extLst>
          </p:cNvSpPr>
          <p:nvPr>
            <p:ph type="sldNum" sz="quarter" idx="12"/>
          </p:nvPr>
        </p:nvSpPr>
        <p:spPr/>
        <p:txBody>
          <a:bodyPr/>
          <a:lstStyle/>
          <a:p>
            <a:pPr>
              <a:defRPr lang="en-us"/>
            </a:pPr>
            <a:fld id="{3F64FD5F-11D2-310B-9CDC-E75EB3926AB2}" type="slidenum">
              <a:t>‹#›</a:t>
            </a:fld>
          </a:p>
        </p:txBody>
      </p:sp>
    </p:spTree>
  </p:cSld>
  <p:clrMapOvr>
    <a:masterClrMapping/>
  </p:clrMapOvr>
  <p:hf hdr="0" ftr="0"/>
</p:sldLayout>
</file>

<file path=ppt/slideLayouts/slideLayout5.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woTxTwoObj" preserve="1">
  <p:cSld name="Comparison">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JTjtw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LEBAABwNQAAuQgAABAAAAAmAAAACAAAAAAAAAAAAAAA"/>
              </a:ext>
            </a:extLst>
          </p:cNvSpPr>
          <p:nvPr>
            <p:ph type="title"/>
          </p:nvPr>
        </p:nvSpPr>
        <p:spPr/>
        <p:txBody>
          <a:bodyPr/>
          <a:lstStyle/>
          <a:p>
            <a:pPr>
              <a:defRPr lang="en-us"/>
            </a:pPr>
            <a:r>
              <a:t>Click to edit Master title style</a:t>
            </a:r>
          </a:p>
        </p:txBody>
      </p:sp>
      <p:sp>
        <p:nvSpPr>
          <p:cNvPr id="3" name="Text Placeholder 2"/>
          <p:cNvSpPr>
            <a:spLocks noGrp="1" noChangeArrowheads="1"/>
            <a:extLst>
              <a:ext uri="smNativeData">
                <pr:smNativeData xmlns:pr="smNativeData" xmlns="smNativeData" val="SMDATA_15_OmKRaRMAAAAlAAAAZAAAAA0AAAAAkAAAAEgAAACQAAAAS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Do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HIJAACrGwAAYQ0AABAAAAAmAAAACAAAAIGAAAAAAAAA"/>
              </a:ext>
            </a:extLst>
          </p:cNvSpPr>
          <p:nvPr>
            <p:ph idx="1"/>
          </p:nvPr>
        </p:nvSpPr>
        <p:spPr>
          <a:xfrm>
            <a:off x="457200" y="1535430"/>
            <a:ext cx="4040505" cy="639445"/>
          </a:xfrm>
        </p:spPr>
        <p:txBody>
          <a:bodyPr vert="horz" wrap="square" lIns="91440" tIns="45720" rIns="91440" bIns="45720" numCol="1" spcCol="215900" anchor="b">
            <a:prstTxWarp prst="textNoShape">
              <a:avLst/>
            </a:prstTxWarp>
          </a:bodyPr>
          <a:lstStyle>
            <a:lvl1pPr marL="0" indent="0">
              <a:buNone/>
              <a:defRPr lang="en-us" sz="2400" b="1" cap="none"/>
            </a:lvl1pPr>
            <a:lvl2pPr marL="457200" indent="0">
              <a:buNone/>
              <a:defRPr lang="en-us" sz="2000" b="1" cap="none"/>
            </a:lvl2pPr>
            <a:lvl3pPr marL="914400" indent="0">
              <a:buNone/>
              <a:defRPr lang="en-us" sz="1800" b="1" cap="none"/>
            </a:lvl3pPr>
            <a:lvl4pPr marL="1371600" indent="0">
              <a:buNone/>
              <a:defRPr lang="en-us" sz="1600" b="1" cap="none"/>
            </a:lvl4pPr>
            <a:lvl5pPr marL="1828800" indent="0">
              <a:buNone/>
              <a:defRPr lang="en-us" sz="1600" b="1" cap="none"/>
            </a:lvl5pPr>
            <a:lvl6pPr marL="2286000" indent="0">
              <a:buNone/>
              <a:defRPr lang="en-us" sz="1600" b="1" cap="none"/>
            </a:lvl6pPr>
            <a:lvl7pPr marL="2743200" indent="0">
              <a:buNone/>
              <a:defRPr lang="en-us" sz="1600" b="1" cap="none"/>
            </a:lvl7pPr>
            <a:lvl8pPr marL="3200400" indent="0">
              <a:buNone/>
              <a:defRPr lang="en-us" sz="1600" b="1" cap="none"/>
            </a:lvl8pPr>
            <a:lvl9pPr marL="3657600" indent="0">
              <a:buNone/>
              <a:defRPr lang="en-us" sz="1600" b="1" cap="none"/>
            </a:lvl9pPr>
          </a:lstStyle>
          <a:p>
            <a:pPr>
              <a:defRPr lang="en-us"/>
            </a:pPr>
            <a:r>
              <a:t>Click to edit Master text styles</a:t>
            </a:r>
          </a:p>
        </p:txBody>
      </p:sp>
      <p:sp>
        <p:nvSpPr>
          <p:cNvPr id="4" name="Content Placeholder 3"/>
          <p:cNvSpPr>
            <a:spLocks noGrp="1" noChangeArrowheads="1"/>
            <a:extLst>
              <a:ext uri="smNativeData">
                <pr:smNativeData xmlns:pr="smNativeData" xmlns="smNativeData" val="SMDATA_15_OmKR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CI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GENAACrGwAAsCUAABAAAAAmAAAACAAAAAGAAAAAAAAA"/>
              </a:ext>
            </a:extLst>
          </p:cNvSpPr>
          <p:nvPr>
            <p:ph idx="2"/>
          </p:nvPr>
        </p:nvSpPr>
        <p:spPr>
          <a:xfrm>
            <a:off x="457200" y="2174875"/>
            <a:ext cx="4040505" cy="3951605"/>
          </a:xfrm>
        </p:spPr>
        <p:txBody>
          <a:bodyPr/>
          <a:lstStyle>
            <a:lvl1pPr>
              <a:defRPr lang="en-us" sz="2400" cap="none"/>
            </a:lvl1pPr>
            <a:lvl2pPr>
              <a:defRPr lang="en-us" sz="2000" cap="none"/>
            </a:lvl2pPr>
            <a:lvl3pPr>
              <a:defRPr lang="en-us" sz="1800" cap="none"/>
            </a:lvl3pPr>
            <a:lvl4pPr>
              <a:defRPr lang="en-us" sz="1600" cap="none"/>
            </a:lvl4pPr>
            <a:lvl5pPr>
              <a:defRPr lang="en-us" sz="1600" cap="none"/>
            </a:lvl5pPr>
            <a:lvl6pPr>
              <a:defRPr lang="en-us" sz="1600" cap="none"/>
            </a:lvl6pPr>
            <a:lvl7pPr>
              <a:defRPr lang="en-us" sz="1600" cap="none"/>
            </a:lvl7pPr>
            <a:lvl8pPr>
              <a:defRPr lang="en-us" sz="1600" cap="none"/>
            </a:lvl8pPr>
            <a:lvl9pPr>
              <a:defRPr lang="en-us" sz="1600" cap="none"/>
            </a:lvl9p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5" name="Text Placeholder 4"/>
          <p:cNvSpPr>
            <a:spLocks noGrp="1" noChangeArrowheads="1"/>
            <a:extLst>
              <a:ext uri="smNativeData">
                <pr:smNativeData xmlns:pr="smNativeData" xmlns="smNativeData" val="SMDATA_15_OmKRaRMAAAAlAAAAZAAAAA0AAAAAkAAAAEgAAACQAAAAS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CI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xwAAHIJAABwNQAAYQ0AABAAAAAmAAAACAAAAIGAAAAAAAAA"/>
              </a:ext>
            </a:extLst>
          </p:cNvSpPr>
          <p:nvPr>
            <p:ph idx="3"/>
          </p:nvPr>
        </p:nvSpPr>
        <p:spPr>
          <a:xfrm>
            <a:off x="4645025" y="1535430"/>
            <a:ext cx="4041775" cy="639445"/>
          </a:xfrm>
        </p:spPr>
        <p:txBody>
          <a:bodyPr vert="horz" wrap="square" lIns="91440" tIns="45720" rIns="91440" bIns="45720" numCol="1" spcCol="215900" anchor="b">
            <a:prstTxWarp prst="textNoShape">
              <a:avLst/>
            </a:prstTxWarp>
          </a:bodyPr>
          <a:lstStyle>
            <a:lvl1pPr marL="0" indent="0">
              <a:buNone/>
              <a:defRPr lang="en-us" sz="2400" b="1" cap="none"/>
            </a:lvl1pPr>
            <a:lvl2pPr marL="457200" indent="0">
              <a:buNone/>
              <a:defRPr lang="en-us" sz="2000" b="1" cap="none"/>
            </a:lvl2pPr>
            <a:lvl3pPr marL="914400" indent="0">
              <a:buNone/>
              <a:defRPr lang="en-us" sz="1800" b="1" cap="none"/>
            </a:lvl3pPr>
            <a:lvl4pPr marL="1371600" indent="0">
              <a:buNone/>
              <a:defRPr lang="en-us" sz="1600" b="1" cap="none"/>
            </a:lvl4pPr>
            <a:lvl5pPr marL="1828800" indent="0">
              <a:buNone/>
              <a:defRPr lang="en-us" sz="1600" b="1" cap="none"/>
            </a:lvl5pPr>
            <a:lvl6pPr marL="2286000" indent="0">
              <a:buNone/>
              <a:defRPr lang="en-us" sz="1600" b="1" cap="none"/>
            </a:lvl6pPr>
            <a:lvl7pPr marL="2743200" indent="0">
              <a:buNone/>
              <a:defRPr lang="en-us" sz="1600" b="1" cap="none"/>
            </a:lvl7pPr>
            <a:lvl8pPr marL="3200400" indent="0">
              <a:buNone/>
              <a:defRPr lang="en-us" sz="1600" b="1" cap="none"/>
            </a:lvl8pPr>
            <a:lvl9pPr marL="3657600" indent="0">
              <a:buNone/>
              <a:defRPr lang="en-us" sz="1600" b="1" cap="none"/>
            </a:lvl9pPr>
          </a:lstStyle>
          <a:p>
            <a:pPr>
              <a:defRPr lang="en-us"/>
            </a:pPr>
            <a:r>
              <a:t>Click to edit Master text styles</a:t>
            </a:r>
          </a:p>
        </p:txBody>
      </p:sp>
      <p:sp>
        <p:nvSpPr>
          <p:cNvPr id="6" name="Content Placeholder 5"/>
          <p:cNvSpPr>
            <a:spLocks noGrp="1" noChangeArrowheads="1"/>
            <a:extLst>
              <a:ext uri="smNativeData">
                <pr:smNativeData xmlns:pr="smNativeData" xmlns="smNativeData" val="SMDATA_15_OmKR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xwAAGENAABwNQAAsCUAABAAAAAmAAAACAAAAAGAAAAAAAAA"/>
              </a:ext>
            </a:extLst>
          </p:cNvSpPr>
          <p:nvPr>
            <p:ph idx="4"/>
          </p:nvPr>
        </p:nvSpPr>
        <p:spPr>
          <a:xfrm>
            <a:off x="4645025" y="2174875"/>
            <a:ext cx="4041775" cy="3951605"/>
          </a:xfrm>
        </p:spPr>
        <p:txBody>
          <a:bodyPr/>
          <a:lstStyle>
            <a:lvl1pPr>
              <a:defRPr lang="en-us" sz="2400" cap="none"/>
            </a:lvl1pPr>
            <a:lvl2pPr>
              <a:defRPr lang="en-us" sz="2000" cap="none"/>
            </a:lvl2pPr>
            <a:lvl3pPr>
              <a:defRPr lang="en-us" sz="1800" cap="none"/>
            </a:lvl3pPr>
            <a:lvl4pPr>
              <a:defRPr lang="en-us" sz="1600" cap="none"/>
            </a:lvl4pPr>
            <a:lvl5pPr>
              <a:defRPr lang="en-us" sz="1600" cap="none"/>
            </a:lvl5pPr>
            <a:lvl6pPr>
              <a:defRPr lang="en-us" sz="1600" cap="none"/>
            </a:lvl6pPr>
            <a:lvl7pPr>
              <a:defRPr lang="en-us" sz="1600" cap="none"/>
            </a:lvl7pPr>
            <a:lvl8pPr>
              <a:defRPr lang="en-us" sz="1600" cap="none"/>
            </a:lvl8pPr>
            <a:lvl9pPr>
              <a:defRPr lang="en-us" sz="1600" cap="none"/>
            </a:lvl9p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7" name="Date Placeholder 6"/>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BonAADwDwAAWSkAABAAAAAmAAAACAAAAAAAAAAAAAAA"/>
              </a:ext>
            </a:extLst>
          </p:cNvSpPr>
          <p:nvPr>
            <p:ph type="dt" sz="half" idx="10"/>
          </p:nvPr>
        </p:nvSpPr>
        <p:spPr/>
        <p:txBody>
          <a:bodyPr/>
          <a:lstStyle/>
          <a:p>
            <a:pPr>
              <a:defRPr lang="en-us"/>
            </a:pPr>
            <a:fld id="{3F64E1BE-F0D2-3117-9CDC-0642AF926A53}" type="datetime1">
              <a:t>6/16/2024</a:t>
            </a:fld>
          </a:p>
        </p:txBody>
      </p:sp>
      <p:sp>
        <p:nvSpPr>
          <p:cNvPr id="8" name="Footer Placeholder 7"/>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MAABonAAAIJQAAWSkAABAAAAAmAAAACAAAAAAAAAAAAAAA"/>
              </a:ext>
            </a:extLst>
          </p:cNvSpPr>
          <p:nvPr>
            <p:ph type="ftr" sz="quarter" idx="11"/>
          </p:nvPr>
        </p:nvSpPr>
        <p:spPr/>
        <p:txBody>
          <a:bodyPr/>
          <a:lstStyle/>
          <a:p>
            <a:pPr>
              <a:defRPr lang="en-us"/>
            </a:pPr>
          </a:p>
        </p:txBody>
      </p:sp>
      <p:sp>
        <p:nvSpPr>
          <p:cNvPr id="9" name="Slide Number Placeholder 8"/>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CgAABonAABwNQAAWSkAABAAAAAmAAAACAAAAAAAAAAAAAAA"/>
              </a:ext>
            </a:extLst>
          </p:cNvSpPr>
          <p:nvPr>
            <p:ph type="sldNum" sz="quarter" idx="12"/>
          </p:nvPr>
        </p:nvSpPr>
        <p:spPr/>
        <p:txBody>
          <a:bodyPr/>
          <a:lstStyle/>
          <a:p>
            <a:pPr>
              <a:defRPr lang="en-us"/>
            </a:pPr>
            <a:fld id="{3F64F00E-40D2-3106-9CDC-B653BE926AE3}" type="slidenum">
              <a:t>‹#›</a:t>
            </a:fld>
          </a:p>
        </p:txBody>
      </p:sp>
    </p:spTree>
  </p:cSld>
  <p:clrMapOvr>
    <a:masterClrMapping/>
  </p:clrMapOvr>
  <p:hf hdr="0" ftr="0"/>
</p:sldLayout>
</file>

<file path=ppt/slideLayouts/slideLayout6.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itleOnly" preserve="1">
  <p:cSld name="Title Only">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Myq/w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LEBAABwNQAAuQgAABAAAAAmAAAACAAAAAAAAAAAAAAA"/>
              </a:ext>
            </a:extLst>
          </p:cNvSpPr>
          <p:nvPr>
            <p:ph type="title"/>
          </p:nvPr>
        </p:nvSpPr>
        <p:spPr/>
        <p:txBody>
          <a:bodyPr/>
          <a:lstStyle/>
          <a:p>
            <a:pPr>
              <a:defRPr lang="en-us"/>
            </a:pPr>
            <a:r>
              <a:t>Click to edit Master title style</a:t>
            </a:r>
          </a:p>
        </p:txBody>
      </p:sp>
      <p:sp>
        <p:nvSpPr>
          <p:cNvPr id="3" name="Date Placeholder 2"/>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Do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BonAADwDwAAWSkAABAAAAAmAAAACAAAAAAAAAAAAAAA"/>
              </a:ext>
            </a:extLst>
          </p:cNvSpPr>
          <p:nvPr>
            <p:ph type="dt" sz="half" idx="10"/>
          </p:nvPr>
        </p:nvSpPr>
        <p:spPr/>
        <p:txBody>
          <a:bodyPr/>
          <a:lstStyle/>
          <a:p>
            <a:pPr>
              <a:defRPr lang="en-us"/>
            </a:pPr>
            <a:fld id="{3F649FE9-A7D2-3169-9CDC-513CD1926A04}" type="datetime1">
              <a:t>6/16/2024</a:t>
            </a:fld>
          </a:p>
        </p:txBody>
      </p:sp>
      <p:sp>
        <p:nvSpPr>
          <p:cNvPr id="4" name="Footer Placeholder 3"/>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NS6/w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MAABonAAAIJQAAWSkAABAAAAAmAAAACAAAAAAAAAAAAAAA"/>
              </a:ext>
            </a:extLst>
          </p:cNvSpPr>
          <p:nvPr>
            <p:ph type="ftr" sz="quarter" idx="11"/>
          </p:nvPr>
        </p:nvSpPr>
        <p:spPr/>
        <p:txBody>
          <a:bodyPr/>
          <a:lstStyle/>
          <a:p>
            <a:pPr>
              <a:defRPr lang="en-us"/>
            </a:pPr>
          </a:p>
        </p:txBody>
      </p:sp>
      <p:sp>
        <p:nvSpPr>
          <p:cNvPr id="5" name="Slide Number Placeholder 4"/>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CgAABonAABwNQAAWSkAABAAAAAmAAAACAAAAAAAAAAAAAAA"/>
              </a:ext>
            </a:extLst>
          </p:cNvSpPr>
          <p:nvPr>
            <p:ph type="sldNum" sz="quarter" idx="12"/>
          </p:nvPr>
        </p:nvSpPr>
        <p:spPr/>
        <p:txBody>
          <a:bodyPr/>
          <a:lstStyle/>
          <a:p>
            <a:pPr>
              <a:defRPr lang="en-us"/>
            </a:pPr>
            <a:fld id="{3F64FFEE-A0D2-3109-9CDC-565CB1926A03}" type="slidenum">
              <a:t>‹#›</a:t>
            </a:fld>
          </a:p>
        </p:txBody>
      </p:sp>
    </p:spTree>
  </p:cSld>
  <p:clrMapOvr>
    <a:masterClrMapping/>
  </p:clrMapOvr>
  <p:hf hdr="0" ftr="0"/>
</p:sldLayout>
</file>

<file path=ppt/slideLayouts/slideLayout7.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blank" preserve="1">
  <p:cSld name="Blank">
    <p:spTree>
      <p:nvGrpSpPr>
        <p:cNvPr id="1" name=""/>
        <p:cNvGrpSpPr/>
        <p:nvPr/>
      </p:nvGrpSpPr>
      <p:grpSpPr>
        <a:xfrm>
          <a:off x="0" y="0"/>
          <a:ext cx="0" cy="0"/>
          <a:chOff x="0" y="0"/>
          <a:chExt cx="0" cy="0"/>
        </a:xfrm>
      </p:grpSpPr>
      <p:sp>
        <p:nvSpPr>
          <p:cNvPr id="2" name="Date Placeholder 1"/>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BonAADwDwAAWSkAABAAAAAmAAAACAAAAAAAAAAAAAAA"/>
              </a:ext>
            </a:extLst>
          </p:cNvSpPr>
          <p:nvPr>
            <p:ph type="dt" sz="half" idx="10"/>
          </p:nvPr>
        </p:nvSpPr>
        <p:spPr/>
        <p:txBody>
          <a:bodyPr/>
          <a:lstStyle/>
          <a:p>
            <a:pPr>
              <a:defRPr lang="en-us"/>
            </a:pPr>
            <a:fld id="{3F64FDE5-ABD2-310B-9CDC-5D5EB3926A08}" type="datetime1">
              <a:t/>
            </a:fld>
          </a:p>
        </p:txBody>
      </p:sp>
      <p:sp>
        <p:nvSpPr>
          <p:cNvPr id="3" name="Footer Placeholder 2"/>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MAABonAAAIJQAAWSkAABAAAAAmAAAACAAAAAAAAAAAAAAA"/>
              </a:ext>
            </a:extLst>
          </p:cNvSpPr>
          <p:nvPr>
            <p:ph type="ftr" sz="quarter" idx="11"/>
          </p:nvPr>
        </p:nvSpPr>
        <p:spPr/>
        <p:txBody>
          <a:bodyPr/>
          <a:lstStyle/>
          <a:p>
            <a:pPr>
              <a:defRPr lang="en-us"/>
            </a:pPr>
          </a:p>
        </p:txBody>
      </p:sp>
      <p:sp>
        <p:nvSpPr>
          <p:cNvPr id="4" name="Slide Number Placeholder 3"/>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C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CgAABonAABwNQAAWSkAABAAAAAmAAAACAAAAAAAAAAAAAAA"/>
              </a:ext>
            </a:extLst>
          </p:cNvSpPr>
          <p:nvPr>
            <p:ph type="sldNum" sz="quarter" idx="12"/>
          </p:nvPr>
        </p:nvSpPr>
        <p:spPr/>
        <p:txBody>
          <a:bodyPr/>
          <a:lstStyle/>
          <a:p>
            <a:pPr>
              <a:defRPr lang="en-us"/>
            </a:pPr>
            <a:fld id="{3F64ED2C-62D2-311B-9CDC-944EA3926AC1}" type="slidenum">
              <a:t/>
            </a:fld>
          </a:p>
        </p:txBody>
      </p:sp>
    </p:spTree>
  </p:cSld>
  <p:clrMapOvr>
    <a:masterClrMapping/>
  </p:clrMapOvr>
  <p:hf hdr="0" ftr="0"/>
</p:sldLayout>
</file>

<file path=ppt/slideLayouts/slideLayout8.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objTx" preserve="1">
  <p:cSld name="Content with Caption">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OmKRaRMAAAAlAAAAZAAAAA0AAAAAkAAAAEgAAACQAAAAS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aVbK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K4BAABSFQAA1AgAABAAAAAmAAAACAAAAIGAAAAAAAAA"/>
              </a:ext>
            </a:extLst>
          </p:cNvSpPr>
          <p:nvPr>
            <p:ph type="title"/>
          </p:nvPr>
        </p:nvSpPr>
        <p:spPr>
          <a:xfrm>
            <a:off x="457200" y="273050"/>
            <a:ext cx="3008630" cy="1162050"/>
          </a:xfrm>
        </p:spPr>
        <p:txBody>
          <a:bodyPr vert="horz" wrap="square" lIns="91440" tIns="45720" rIns="91440" bIns="45720" numCol="1" spcCol="215900" anchor="b">
            <a:prstTxWarp prst="textNoShape">
              <a:avLst/>
            </a:prstTxWarp>
          </a:bodyPr>
          <a:lstStyle>
            <a:lvl1pPr algn="l">
              <a:defRPr lang="en-us" sz="2000" b="1" cap="none"/>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r>
              <a:t>Click to edit Master title style</a:t>
            </a:r>
          </a:p>
        </p:txBody>
      </p:sp>
      <p:sp>
        <p:nvSpPr>
          <p:cNvPr id="3" name="Content Placeholder 2"/>
          <p:cNvSpPr>
            <a:spLocks noGrp="1" noChangeArrowheads="1"/>
            <a:extLst>
              <a:ext uri="smNativeData">
                <pr:smNativeData xmlns:pr="smNativeData" xmlns="smNativeData" val="SMDATA_15_OmKR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hUAAK4BAABwNQAAsCUAABAAAAAmAAAACAAAAAGAAAAAAAAA"/>
              </a:ext>
            </a:extLst>
          </p:cNvSpPr>
          <p:nvPr>
            <p:ph idx="1"/>
          </p:nvPr>
        </p:nvSpPr>
        <p:spPr>
          <a:xfrm>
            <a:off x="3575050" y="273050"/>
            <a:ext cx="5111750" cy="5853430"/>
          </a:xfrm>
        </p:spPr>
        <p:txBody>
          <a:bodyPr/>
          <a:lstStyle>
            <a:lvl1pPr>
              <a:defRPr lang="en-us" sz="3200" cap="none"/>
            </a:lvl1pPr>
            <a:lvl2pPr>
              <a:defRPr lang="en-us" sz="2800" cap="none"/>
            </a:lvl2pPr>
            <a:lvl3pPr>
              <a:defRPr lang="en-us" sz="2400" cap="none"/>
            </a:lvl3pPr>
            <a:lvl4pPr>
              <a:defRPr lang="en-us" sz="2000" cap="none"/>
            </a:lvl4pPr>
            <a:lvl5pPr>
              <a:defRPr lang="en-us" sz="2000" cap="none"/>
            </a:lvl5pPr>
            <a:lvl6pPr>
              <a:defRPr lang="en-us" sz="2000" cap="none"/>
            </a:lvl6pPr>
            <a:lvl7pPr>
              <a:defRPr lang="en-us" sz="2000" cap="none"/>
            </a:lvl7pPr>
            <a:lvl8pPr>
              <a:defRPr lang="en-us" sz="2000" cap="none"/>
            </a:lvl8pPr>
            <a:lvl9pPr>
              <a:defRPr lang="en-us" sz="2000" cap="none"/>
            </a:lvl9p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4" name="Text Placeholder 3"/>
          <p:cNvSpPr>
            <a:spLocks noGrp="1" noChangeArrowheads="1"/>
            <a:extLst>
              <a:ext uri="smNativeData">
                <pr:smNativeData xmlns:pr="smNativeData" xmlns="smNativeData" val="SMDATA_15_OmKR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BZCOw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NQIAABSFQAAsCUAABAAAAAmAAAACAAAAAGAAAAAAAAA"/>
              </a:ext>
            </a:extLst>
          </p:cNvSpPr>
          <p:nvPr>
            <p:ph idx="2"/>
          </p:nvPr>
        </p:nvSpPr>
        <p:spPr>
          <a:xfrm>
            <a:off x="457200" y="1435100"/>
            <a:ext cx="3008630" cy="4691380"/>
          </a:xfrm>
        </p:spPr>
        <p:txBody>
          <a:bodyPr/>
          <a:lstStyle>
            <a:lvl1pPr marL="0" indent="0">
              <a:buNone/>
              <a:defRPr lang="en-us" sz="1400" cap="none"/>
            </a:lvl1pPr>
            <a:lvl2pPr marL="457200" indent="0">
              <a:buNone/>
              <a:defRPr lang="en-us" sz="1200" cap="none"/>
            </a:lvl2pPr>
            <a:lvl3pPr marL="914400" indent="0">
              <a:buNone/>
              <a:defRPr lang="en-us" sz="1000" cap="none"/>
            </a:lvl3pPr>
            <a:lvl4pPr marL="1371600" indent="0">
              <a:buNone/>
              <a:defRPr lang="en-us" sz="900" cap="none"/>
            </a:lvl4pPr>
            <a:lvl5pPr marL="1828800" indent="0">
              <a:buNone/>
              <a:defRPr lang="en-us" sz="900" cap="none"/>
            </a:lvl5pPr>
            <a:lvl6pPr marL="2286000" indent="0">
              <a:buNone/>
              <a:defRPr lang="en-us" sz="900" cap="none"/>
            </a:lvl6pPr>
            <a:lvl7pPr marL="2743200" indent="0">
              <a:buNone/>
              <a:defRPr lang="en-us" sz="900" cap="none"/>
            </a:lvl7pPr>
            <a:lvl8pPr marL="3200400" indent="0">
              <a:buNone/>
              <a:defRPr lang="en-us" sz="900" cap="none"/>
            </a:lvl8pPr>
            <a:lvl9pPr marL="3657600" indent="0">
              <a:buNone/>
              <a:defRPr lang="en-us" sz="900" cap="none"/>
            </a:lvl9pPr>
          </a:lstStyle>
          <a:p>
            <a:pPr>
              <a:defRPr lang="en-us"/>
            </a:pPr>
            <a:r>
              <a:t>Click to edit Master text styles</a:t>
            </a:r>
          </a:p>
        </p:txBody>
      </p:sp>
      <p:sp>
        <p:nvSpPr>
          <p:cNvPr id="5" name="Date Placeholder 4"/>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BAg/g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BonAADwDwAAWSkAABAAAAAmAAAACAAAAAAAAAAAAAAA"/>
              </a:ext>
            </a:extLst>
          </p:cNvSpPr>
          <p:nvPr>
            <p:ph type="dt" sz="half" idx="10"/>
          </p:nvPr>
        </p:nvSpPr>
        <p:spPr/>
        <p:txBody>
          <a:bodyPr/>
          <a:lstStyle/>
          <a:p>
            <a:pPr>
              <a:defRPr lang="en-us"/>
            </a:pPr>
            <a:fld id="{3F64C018-56D2-3136-9CDC-A0638E926AF5}" type="datetime1">
              <a:t>6/16/2024</a:t>
            </a:fld>
          </a:p>
        </p:txBody>
      </p:sp>
      <p:sp>
        <p:nvSpPr>
          <p:cNvPr id="6" name="Footer Placeholder 5"/>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8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MAABonAAAIJQAAWSkAABAAAAAmAAAACAAAAAAAAAAAAAAA"/>
              </a:ext>
            </a:extLst>
          </p:cNvSpPr>
          <p:nvPr>
            <p:ph type="ftr" sz="quarter" idx="11"/>
          </p:nvPr>
        </p:nvSpPr>
        <p:spPr/>
        <p:txBody>
          <a:bodyPr/>
          <a:lstStyle/>
          <a:p>
            <a:pPr>
              <a:defRPr lang="en-us"/>
            </a:pPr>
          </a:p>
        </p:txBody>
      </p:sp>
      <p:sp>
        <p:nvSpPr>
          <p:cNvPr id="7" name="Slide Number Placeholder 6"/>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C6drw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CgAABonAABwNQAAWSkAABAAAAAmAAAACAAAAAAAAAAAAAAA"/>
              </a:ext>
            </a:extLst>
          </p:cNvSpPr>
          <p:nvPr>
            <p:ph type="sldNum" sz="quarter" idx="12"/>
          </p:nvPr>
        </p:nvSpPr>
        <p:spPr/>
        <p:txBody>
          <a:bodyPr/>
          <a:lstStyle/>
          <a:p>
            <a:pPr>
              <a:defRPr lang="en-us"/>
            </a:pPr>
            <a:fld id="{3F64E65F-11D2-3110-9CDC-E745A8926AB2}" type="slidenum">
              <a:t>‹#›</a:t>
            </a:fld>
          </a:p>
        </p:txBody>
      </p:sp>
    </p:spTree>
  </p:cSld>
  <p:clrMapOvr>
    <a:masterClrMapping/>
  </p:clrMapOvr>
  <p:hf hdr="0" ftr="0"/>
</p:sldLayout>
</file>

<file path=ppt/slideLayouts/slideLayout9.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picTx" preserve="1">
  <p:cSld name="Picture with Caption">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OmKRaRMAAAAlAAAAZAAAAA0AAAAAkAAAAEgAAACQAAAAS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F9yZW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BwsAAIgdAADHLAAABSEAABAAAAAmAAAACAAAAIGAAAAAAAAA"/>
              </a:ext>
            </a:extLst>
          </p:cNvSpPr>
          <p:nvPr>
            <p:ph type="title"/>
          </p:nvPr>
        </p:nvSpPr>
        <p:spPr>
          <a:xfrm>
            <a:off x="1792605" y="4800600"/>
            <a:ext cx="5486400" cy="567055"/>
          </a:xfrm>
        </p:spPr>
        <p:txBody>
          <a:bodyPr vert="horz" wrap="square" lIns="91440" tIns="45720" rIns="91440" bIns="45720" numCol="1" spcCol="215900" anchor="b">
            <a:prstTxWarp prst="textNoShape">
              <a:avLst/>
            </a:prstTxWarp>
          </a:bodyPr>
          <a:lstStyle>
            <a:lvl1pPr algn="l">
              <a:defRPr lang="en-us" sz="2000" b="1" cap="none"/>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r>
              <a:t>Click to edit Master title style</a:t>
            </a:r>
          </a:p>
        </p:txBody>
      </p:sp>
      <p:sp>
        <p:nvSpPr>
          <p:cNvPr id="3" name="Picture Placeholder 2"/>
          <p:cNvSpPr>
            <a:spLocks noGrp="1" noChangeArrowheads="1"/>
            <a:extLst>
              <a:ext uri="smNativeData">
                <pr:smNativeData xmlns:pr="smNativeData" xmlns="smNativeData" val="SMDATA_15_OmKR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BBny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BwsAAMUDAADHLAAAFR0AABAAAAAmAAAACAAAAAGAAAAAAAAA"/>
              </a:ext>
            </a:extLst>
          </p:cNvSpPr>
          <p:nvPr>
            <p:ph type="pic" idx="1"/>
          </p:nvPr>
        </p:nvSpPr>
        <p:spPr>
          <a:xfrm>
            <a:off x="1792605" y="612775"/>
            <a:ext cx="5486400" cy="4114800"/>
          </a:xfrm>
        </p:spPr>
        <p:txBody>
          <a:bodyPr/>
          <a:lstStyle>
            <a:lvl1pPr marL="0" indent="0">
              <a:buNone/>
              <a:defRPr lang="en-us" sz="3200" cap="none"/>
            </a:lvl1pPr>
            <a:lvl2pPr marL="457200" indent="0">
              <a:buNone/>
              <a:defRPr lang="en-us" sz="2800" cap="none"/>
            </a:lvl2pPr>
            <a:lvl3pPr marL="914400" indent="0">
              <a:buNone/>
              <a:defRPr lang="en-us" sz="2400" cap="none"/>
            </a:lvl3pPr>
            <a:lvl4pPr marL="1371600" indent="0">
              <a:buNone/>
              <a:defRPr lang="en-us" sz="2000" cap="none"/>
            </a:lvl4pPr>
            <a:lvl5pPr marL="1828800" indent="0">
              <a:buNone/>
              <a:defRPr lang="en-us" sz="2000" cap="none"/>
            </a:lvl5pPr>
            <a:lvl6pPr marL="2286000" indent="0">
              <a:buNone/>
              <a:defRPr lang="en-us" sz="2000" cap="none"/>
            </a:lvl6pPr>
            <a:lvl7pPr marL="2743200" indent="0">
              <a:buNone/>
              <a:defRPr lang="en-us" sz="2000" cap="none"/>
            </a:lvl7pPr>
            <a:lvl8pPr marL="3200400" indent="0">
              <a:buNone/>
              <a:defRPr lang="en-us" sz="2000" cap="none"/>
            </a:lvl8pPr>
            <a:lvl9pPr marL="3657600" indent="0">
              <a:buNone/>
              <a:defRPr lang="en-us" sz="2000" cap="none"/>
            </a:lvl9pPr>
          </a:lstStyle>
          <a:p>
            <a:pPr>
              <a:defRPr lang="en-us"/>
            </a:pPr>
          </a:p>
        </p:txBody>
      </p:sp>
      <p:sp>
        <p:nvSpPr>
          <p:cNvPr id="4" name="Text Placeholder 3"/>
          <p:cNvSpPr>
            <a:spLocks noGrp="1" noChangeArrowheads="1"/>
            <a:extLst>
              <a:ext uri="smNativeData">
                <pr:smNativeData xmlns:pr="smNativeData" xmlns="smNativeData" val="SMDATA_15_OmKR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BT5Un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BwsAAAUhAADHLAAA+CUAABAAAAAmAAAACAAAAAGAAAAAAAAA"/>
              </a:ext>
            </a:extLst>
          </p:cNvSpPr>
          <p:nvPr>
            <p:ph idx="2"/>
          </p:nvPr>
        </p:nvSpPr>
        <p:spPr>
          <a:xfrm>
            <a:off x="1792605" y="5367655"/>
            <a:ext cx="5486400" cy="804545"/>
          </a:xfrm>
        </p:spPr>
        <p:txBody>
          <a:bodyPr/>
          <a:lstStyle>
            <a:lvl1pPr marL="0" indent="0">
              <a:buNone/>
              <a:defRPr lang="en-us" sz="1400" cap="none"/>
            </a:lvl1pPr>
            <a:lvl2pPr marL="457200" indent="0">
              <a:buNone/>
              <a:defRPr lang="en-us" sz="1200" cap="none"/>
            </a:lvl2pPr>
            <a:lvl3pPr marL="914400" indent="0">
              <a:buNone/>
              <a:defRPr lang="en-us" sz="1000" cap="none"/>
            </a:lvl3pPr>
            <a:lvl4pPr marL="1371600" indent="0">
              <a:buNone/>
              <a:defRPr lang="en-us" sz="900" cap="none"/>
            </a:lvl4pPr>
            <a:lvl5pPr marL="1828800" indent="0">
              <a:buNone/>
              <a:defRPr lang="en-us" sz="900" cap="none"/>
            </a:lvl5pPr>
            <a:lvl6pPr marL="2286000" indent="0">
              <a:buNone/>
              <a:defRPr lang="en-us" sz="900" cap="none"/>
            </a:lvl6pPr>
            <a:lvl7pPr marL="2743200" indent="0">
              <a:buNone/>
              <a:defRPr lang="en-us" sz="900" cap="none"/>
            </a:lvl7pPr>
            <a:lvl8pPr marL="3200400" indent="0">
              <a:buNone/>
              <a:defRPr lang="en-us" sz="900" cap="none"/>
            </a:lvl8pPr>
            <a:lvl9pPr marL="3657600" indent="0">
              <a:buNone/>
              <a:defRPr lang="en-us" sz="900" cap="none"/>
            </a:lvl9pPr>
          </a:lstStyle>
          <a:p>
            <a:pPr>
              <a:defRPr lang="en-us"/>
            </a:pPr>
            <a:r>
              <a:t>Click to edit Master text styles</a:t>
            </a:r>
          </a:p>
        </p:txBody>
      </p:sp>
      <p:sp>
        <p:nvSpPr>
          <p:cNvPr id="5" name="Date Placeholder 4"/>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CC3WA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BonAADwDwAAWSkAABAAAAAmAAAACAAAAAAAAAAAAAAA"/>
              </a:ext>
            </a:extLst>
          </p:cNvSpPr>
          <p:nvPr>
            <p:ph type="dt" sz="half" idx="10"/>
          </p:nvPr>
        </p:nvSpPr>
        <p:spPr/>
        <p:txBody>
          <a:bodyPr/>
          <a:lstStyle/>
          <a:p>
            <a:pPr>
              <a:defRPr lang="en-us"/>
            </a:pPr>
            <a:fld id="{3F64DC5F-11D2-312A-9CDC-E77F92926AB2}" type="datetime1">
              <a:t>6/16/2024</a:t>
            </a:fld>
          </a:p>
        </p:txBody>
      </p:sp>
      <p:sp>
        <p:nvSpPr>
          <p:cNvPr id="6" name="Footer Placeholder 5"/>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MAABonAAAIJQAAWSkAABAAAAAmAAAACAAAAAAAAAAAAAAA"/>
              </a:ext>
            </a:extLst>
          </p:cNvSpPr>
          <p:nvPr>
            <p:ph type="ftr" sz="quarter" idx="11"/>
          </p:nvPr>
        </p:nvSpPr>
        <p:spPr/>
        <p:txBody>
          <a:bodyPr/>
          <a:lstStyle/>
          <a:p>
            <a:pPr>
              <a:defRPr lang="en-us"/>
            </a:pPr>
          </a:p>
        </p:txBody>
      </p:sp>
      <p:sp>
        <p:nvSpPr>
          <p:cNvPr id="7" name="Slide Number Placeholder 6"/>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BBny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CgAABonAABwNQAAWSkAABAAAAAmAAAACAAAAAAAAAAAAAAA"/>
              </a:ext>
            </a:extLst>
          </p:cNvSpPr>
          <p:nvPr>
            <p:ph type="sldNum" sz="quarter" idx="12"/>
          </p:nvPr>
        </p:nvSpPr>
        <p:spPr/>
        <p:txBody>
          <a:bodyPr/>
          <a:lstStyle/>
          <a:p>
            <a:pPr>
              <a:defRPr lang="en-us"/>
            </a:pPr>
            <a:fld id="{3F64C170-3ED2-3137-9CDC-C8628F926A9D}" type="slidenum">
              <a:t>‹#›</a:t>
            </a:fld>
          </a:p>
        </p:txBody>
      </p:sp>
    </p:spTree>
  </p:cSld>
  <p:clrMapOvr>
    <a:masterClrMapping/>
  </p:clrMapOvr>
  <p:hf hdr="0" ftr="0"/>
</p:sldLayout>
</file>

<file path=ppt/slideLayouts/slideLayout10.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vertTx" preserve="1">
  <p:cSld name="Title and Vertical Text">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BBny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LEBAABwNQAAuQgAABAAAAAmAAAACAAAAAAAAAAAAAAA"/>
              </a:ext>
            </a:extLst>
          </p:cNvSpPr>
          <p:nvPr>
            <p:ph type="title"/>
          </p:nvPr>
        </p:nvSpPr>
        <p:spPr/>
        <p:txBody>
          <a:bodyPr/>
          <a:lstStyle/>
          <a:p>
            <a:pPr>
              <a:defRPr lang="en-us"/>
            </a:pPr>
            <a:r>
              <a:t>Click to edit Master title style</a:t>
            </a:r>
          </a:p>
        </p:txBody>
      </p:sp>
      <p:sp>
        <p:nvSpPr>
          <p:cNvPr id="3" name="Vertical Text Placeholder 2"/>
          <p:cNvSpPr>
            <a:spLocks noGrp="1" noChangeArrowheads="1"/>
            <a:extLst>
              <a:ext uri="smNativeData">
                <pr:smNativeData xmlns:pr="smNativeData" xmlns="smNativeData" val="SMDATA_15_OmKRaRMAAAAlAAAAZAAAAA0AAAAAkAAAAEgAAACQAAAASAAAAAAAAAAAAAAAAQ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NgJAABwNQAAsCUAABAAAAAmAAAACAAAAAIAAAAAAAAA"/>
              </a:ext>
            </a:extLst>
          </p:cNvSpPr>
          <p:nvPr>
            <p:ph idx="1"/>
          </p:nvPr>
        </p:nvSpPr>
        <p:spPr/>
        <p:txBody>
          <a:bodyPr vert="vert" wrap="square" lIns="91440" tIns="45720" rIns="91440" bIns="45720" numCol="1" spcCol="215900" anchor="t">
            <a:prstTxWarp prst="textNoShape">
              <a:avLst/>
            </a:prstTxWarp>
          </a:body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4" name="Date Placeholder 3"/>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BBny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BonAADwDwAAWSkAABAAAAAmAAAACAAAAAAAAAAAAAAA"/>
              </a:ext>
            </a:extLst>
          </p:cNvSpPr>
          <p:nvPr>
            <p:ph type="dt" sz="half" idx="10"/>
          </p:nvPr>
        </p:nvSpPr>
        <p:spPr/>
        <p:txBody>
          <a:bodyPr/>
          <a:lstStyle/>
          <a:p>
            <a:pPr>
              <a:defRPr lang="en-us"/>
            </a:pPr>
            <a:fld id="{3F64E884-CAD2-311E-9CDC-3C4BA6926A69}" type="datetime1">
              <a:t>6/16/2024</a:t>
            </a:fld>
          </a:p>
        </p:txBody>
      </p:sp>
      <p:sp>
        <p:nvSpPr>
          <p:cNvPr id="5" name="Footer Placeholder 4"/>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JgG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MAABonAAAIJQAAWSkAABAAAAAmAAAACAAAAAAAAAAAAAAA"/>
              </a:ext>
            </a:extLst>
          </p:cNvSpPr>
          <p:nvPr>
            <p:ph type="ftr" sz="quarter" idx="11"/>
          </p:nvPr>
        </p:nvSpPr>
        <p:spPr/>
        <p:txBody>
          <a:bodyPr/>
          <a:lstStyle/>
          <a:p>
            <a:pPr>
              <a:defRPr lang="en-us"/>
            </a:pPr>
          </a:p>
        </p:txBody>
      </p:sp>
      <p:sp>
        <p:nvSpPr>
          <p:cNvPr id="6" name="Slide Number Placeholder 5"/>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E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CgAABonAABwNQAAWSkAABAAAAAmAAAACAAAAAAAAAAAAAAA"/>
              </a:ext>
            </a:extLst>
          </p:cNvSpPr>
          <p:nvPr>
            <p:ph type="sldNum" sz="quarter" idx="12"/>
          </p:nvPr>
        </p:nvSpPr>
        <p:spPr/>
        <p:txBody>
          <a:bodyPr/>
          <a:lstStyle/>
          <a:p>
            <a:pPr>
              <a:defRPr lang="en-us"/>
            </a:pPr>
            <a:fld id="{3F64B1D3-9DD2-3147-9CDC-6B12FF926A3E}" type="slidenum">
              <a:t>‹#›</a:t>
            </a:fld>
          </a:p>
        </p:txBody>
      </p:sp>
    </p:spTree>
  </p:cSld>
  <p:clrMapOvr>
    <a:masterClrMapping/>
  </p:clrMapOvr>
  <p:hf hdr="0" ftr="0"/>
</p:sldLayout>
</file>

<file path=ppt/slideLayouts/slideLayout11.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noChangeArrowheads="1"/>
            <a:extLst>
              <a:ext uri="smNativeData">
                <pr:smNativeData xmlns:pr="smNativeData" xmlns="smNativeData" val="SMDATA_15_OmKRaRMAAAAlAAAAZAAAAA0AAAAAkAAAAEgAAACQAAAASAAAAAAAAAABAAAAAQ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Cj9FQ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yCgAALEBAABwNQAAsCUAABAAAAAmAAAACAAAAAMAAAAAAAAA"/>
              </a:ext>
            </a:extLst>
          </p:cNvSpPr>
          <p:nvPr>
            <p:ph type="title"/>
          </p:nvPr>
        </p:nvSpPr>
        <p:spPr>
          <a:xfrm>
            <a:off x="6629400" y="274955"/>
            <a:ext cx="2057400" cy="5851525"/>
          </a:xfrm>
        </p:spPr>
        <p:txBody>
          <a:bodyPr vert="vert" wrap="square" lIns="91440" tIns="45720" rIns="91440" bIns="45720" numCol="1" spcCol="215900" anchor="ctr">
            <a:prstTxWarp prst="textNoShape">
              <a:avLst/>
            </a:prstTxWarp>
          </a:bodyPr>
          <a:lstStyle/>
          <a:p>
            <a:pPr>
              <a:defRPr lang="en-us"/>
            </a:pPr>
            <a:r>
              <a:t>Click to edit Master title style</a:t>
            </a:r>
          </a:p>
        </p:txBody>
      </p:sp>
      <p:sp>
        <p:nvSpPr>
          <p:cNvPr id="3" name="Vertical Text Placeholder 2"/>
          <p:cNvSpPr>
            <a:spLocks noGrp="1" noChangeArrowheads="1"/>
            <a:extLst>
              <a:ext uri="smNativeData">
                <pr:smNativeData xmlns:pr="smNativeData" xmlns="smNativeData" val="SMDATA_15_OmKRaRMAAAAlAAAAZAAAAA0AAAAAkAAAAEgAAACQAAAASAAAAAAAAAAAAAAAAQ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GV0AA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LEBAADYJwAAsCUAABAAAAAmAAAACAAAAAMAAAAAAAAA"/>
              </a:ext>
            </a:extLst>
          </p:cNvSpPr>
          <p:nvPr>
            <p:ph idx="1"/>
          </p:nvPr>
        </p:nvSpPr>
        <p:spPr>
          <a:xfrm>
            <a:off x="457200" y="274955"/>
            <a:ext cx="6019800" cy="5851525"/>
          </a:xfrm>
        </p:spPr>
        <p:txBody>
          <a:bodyPr vert="vert" wrap="square" lIns="91440" tIns="45720" rIns="91440" bIns="45720" numCol="1" spcCol="215900" anchor="t">
            <a:prstTxWarp prst="textNoShape">
              <a:avLst/>
            </a:prstTxWarp>
          </a:body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4" name="Date Placeholder 3"/>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PzYWA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BonAADwDwAAWSkAABAAAAAmAAAACAAAAAAAAAAAAAAA"/>
              </a:ext>
            </a:extLst>
          </p:cNvSpPr>
          <p:nvPr>
            <p:ph type="dt" sz="half" idx="10"/>
          </p:nvPr>
        </p:nvSpPr>
        <p:spPr/>
        <p:txBody>
          <a:bodyPr/>
          <a:lstStyle/>
          <a:p>
            <a:pPr>
              <a:defRPr lang="en-us"/>
            </a:pPr>
            <a:fld id="{3F64977E-30D2-3161-9CDC-C634D9926A93}" type="datetime1">
              <a:t>6/16/2024</a:t>
            </a:fld>
          </a:p>
        </p:txBody>
      </p:sp>
      <p:sp>
        <p:nvSpPr>
          <p:cNvPr id="5" name="Footer Placeholder 4"/>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JDm0w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MAABonAAAIJQAAWSkAABAAAAAmAAAACAAAAAAAAAAAAAAA"/>
              </a:ext>
            </a:extLst>
          </p:cNvSpPr>
          <p:nvPr>
            <p:ph type="ftr" sz="quarter" idx="11"/>
          </p:nvPr>
        </p:nvSpPr>
        <p:spPr/>
        <p:txBody>
          <a:bodyPr/>
          <a:lstStyle/>
          <a:p>
            <a:pPr>
              <a:defRPr lang="en-us"/>
            </a:pPr>
          </a:p>
        </p:txBody>
      </p:sp>
      <p:sp>
        <p:nvSpPr>
          <p:cNvPr id="6" name="Slide Number Placeholder 5"/>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CgAABonAABwNQAAWSkAABAAAAAmAAAACAAAAAAAAAAAAAAA"/>
              </a:ext>
            </a:extLst>
          </p:cNvSpPr>
          <p:nvPr>
            <p:ph type="sldNum" sz="quarter" idx="12"/>
          </p:nvPr>
        </p:nvSpPr>
        <p:spPr/>
        <p:txBody>
          <a:bodyPr/>
          <a:lstStyle/>
          <a:p>
            <a:pPr>
              <a:defRPr lang="en-us"/>
            </a:pPr>
            <a:fld id="{3F648028-66D2-3176-9CDC-9023CE926AC5}" type="slidenum">
              <a:t>‹#›</a:t>
            </a:fld>
          </a:p>
        </p:txBody>
      </p:sp>
    </p:spTree>
  </p:cSld>
  <p:clrMapOvr>
    <a:masterClrMapping/>
  </p:clrMapOvr>
  <p:hf hdr="0" ftr="0"/>
</p:sldLayout>
</file>

<file path=ppt/slideMasters/_rels/slideMaster1.xml.rels><?xml version="1.0" encoding="UTF-8" standalone="yes" ?>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0AIAALEBAABwNQAAuQgAABAAAAAmAAAACAAAAL8vAAAAAAAA"/>
              </a:ext>
            </a:extLst>
          </p:cNvSpPr>
          <p:nvPr>
            <p:ph type="title"/>
          </p:nvPr>
        </p:nvSpPr>
        <p:spPr>
          <a:xfrm>
            <a:off x="457200" y="274955"/>
            <a:ext cx="8229600" cy="1143000"/>
          </a:xfrm>
          <a:prstGeom prst="rect">
            <a:avLst/>
          </a:prstGeom>
        </p:spPr>
        <p:txBody>
          <a:bodyPr vert="horz" wrap="square" lIns="91440" tIns="45720" rIns="91440" bIns="45720" numCol="1" spcCol="215900" anchor="ctr">
            <a:prstTxWarp prst="textNoShape">
              <a:avLst/>
            </a:prstTxWarp>
          </a:bodyPr>
          <a:lstStyle/>
          <a:p>
            <a:pPr>
              <a:defRPr lang="en-us"/>
            </a:pPr>
            <a:r>
              <a:t>Click to edit Master title style</a:t>
            </a:r>
          </a:p>
        </p:txBody>
      </p:sp>
      <p:sp>
        <p:nvSpPr>
          <p:cNvPr id="3" name="Text Placeholder 2"/>
          <p:cNvSpPr>
            <a:spLocks noGrp="1" noChangeArrowheads="1"/>
            <a:extLst>
              <a:ext uri="smNativeData">
                <pr:smNativeData xmlns:pr="smNativeData" xmlns="smNativeData" val="SMDATA_15_OmKRaR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0AIAANgJAABwNQAAsCUAABAAAAAmAAAACAAAAD8vAAAAAAAA"/>
              </a:ext>
            </a:extLst>
          </p:cNvSpPr>
          <p:nvPr>
            <p:ph type="body" idx="1"/>
          </p:nvPr>
        </p:nvSpPr>
        <p:spPr>
          <a:xfrm>
            <a:off x="457200" y="1600200"/>
            <a:ext cx="8229600" cy="4526280"/>
          </a:xfrm>
          <a:prstGeom prst="rect">
            <a:avLst/>
          </a:prstGeom>
        </p:spPr>
        <p:txBody>
          <a:bodyPr vert="horz" wrap="square" lIns="91440" tIns="45720" rIns="91440" bIns="45720" numCol="1" spcCol="215900" anchor="t">
            <a:prstTxWarp prst="textNoShape">
              <a:avLst/>
            </a:prstTxWarp>
          </a:body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4" name="Date Placeholder 3"/>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0AIAABonAADwDwAAWSkAABAAAAAmAAAACAAAAL+PAAAAAAAA"/>
              </a:ext>
            </a:extLst>
          </p:cNvSpPr>
          <p:nvPr>
            <p:ph type="dt" sz="half" idx="2"/>
          </p:nvPr>
        </p:nvSpPr>
        <p:spPr>
          <a:xfrm>
            <a:off x="457200" y="6356350"/>
            <a:ext cx="2133600" cy="365125"/>
          </a:xfrm>
          <a:prstGeom prst="rect">
            <a:avLst/>
          </a:prstGeom>
        </p:spPr>
        <p:txBody>
          <a:bodyPr vert="horz" wrap="square" lIns="91440" tIns="45720" rIns="91440" bIns="45720" numCol="1" spcCol="215900" anchor="ctr">
            <a:prstTxWarp prst="textNoShape">
              <a:avLst/>
            </a:prstTxWarp>
          </a:bodyPr>
          <a:lstStyle>
            <a:lvl1pPr algn="l">
              <a:defRPr lang="en-us" sz="1200" cap="none">
                <a:solidFill>
                  <a:srgbClr val="8C8C8C"/>
                </a:solidFill>
              </a:defRPr>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fld id="{3F648B83-CDD2-317D-9CDC-3B28C5926A6E}" type="datetime1">
              <a:t/>
            </a:fld>
          </a:p>
        </p:txBody>
      </p:sp>
      <p:sp>
        <p:nvSpPr>
          <p:cNvPr id="5" name="Footer Placeholder 4"/>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OBMAABonAAAIJQAAWSkAABAAAAAmAAAACAAAAL+PAAAAAAAA"/>
              </a:ext>
            </a:extLst>
          </p:cNvSpPr>
          <p:nvPr>
            <p:ph type="ftr" sz="quarter" idx="3"/>
          </p:nvPr>
        </p:nvSpPr>
        <p:spPr>
          <a:xfrm>
            <a:off x="3124200" y="6356350"/>
            <a:ext cx="2895600" cy="365125"/>
          </a:xfrm>
          <a:prstGeom prst="rect">
            <a:avLst/>
          </a:prstGeom>
        </p:spPr>
        <p:txBody>
          <a:bodyPr vert="horz" wrap="square" lIns="91440" tIns="45720" rIns="91440" bIns="45720" numCol="1" spcCol="215900" anchor="ctr">
            <a:prstTxWarp prst="textNoShape">
              <a:avLst/>
            </a:prstTxWarp>
          </a:bodyPr>
          <a:lstStyle>
            <a:lvl1pPr algn="ctr">
              <a:defRPr lang="en-us" sz="1200" cap="none">
                <a:solidFill>
                  <a:srgbClr val="8C8C8C"/>
                </a:solidFill>
              </a:defRPr>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p>
        </p:txBody>
      </p:sp>
      <p:sp>
        <p:nvSpPr>
          <p:cNvPr id="6" name="Slide Number Placeholder 5"/>
          <p:cNvSpPr>
            <a:spLocks noGrp="1" noChangeArrowheads="1"/>
            <a:extLst>
              <a:ext uri="smNativeData">
                <pr:smNativeData xmlns:pr="smNativeData" xmlns="smNativeData" val="SMDATA_15_OmKRaR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UCgAABonAABwNQAAWSkAABAAAAAmAAAACAAAAL+PAAAAAAAA"/>
              </a:ext>
            </a:extLst>
          </p:cNvSpPr>
          <p:nvPr>
            <p:ph type="sldNum" sz="quarter" idx="4"/>
          </p:nvPr>
        </p:nvSpPr>
        <p:spPr>
          <a:xfrm>
            <a:off x="6553200" y="6356350"/>
            <a:ext cx="2133600" cy="365125"/>
          </a:xfrm>
          <a:prstGeom prst="rect">
            <a:avLst/>
          </a:prstGeom>
        </p:spPr>
        <p:txBody>
          <a:bodyPr vert="horz" wrap="square" lIns="91440" tIns="45720" rIns="91440" bIns="45720" numCol="1" spcCol="215900" anchor="ctr">
            <a:prstTxWarp prst="textNoShape">
              <a:avLst/>
            </a:prstTxWarp>
          </a:bodyPr>
          <a:lstStyle>
            <a:lvl1pPr algn="r">
              <a:defRPr lang="en-us" sz="1200" cap="none">
                <a:solidFill>
                  <a:srgbClr val="8C8C8C"/>
                </a:solidFill>
              </a:defRPr>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fld id="{3F648046-08D2-3176-9CDC-FE23CE926AAB}" type="slidenum">
              <a:t/>
            </a:fld>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marL="0" marR="0" indent="0" algn="ctr" defTabSz="914400">
        <a:lnSpc>
          <a:spcPct val="100000"/>
        </a:lnSpc>
        <a:spcBef>
          <a:spcPts val="0"/>
        </a:spcBef>
        <a:spcAft>
          <a:spcPts val="0"/>
        </a:spcAft>
        <a:buNone/>
        <a:tabLst/>
        <a:defRPr lang="en-us" sz="4400" b="0" i="0" u="none" strike="noStrike" kern="1" cap="none" spc="0" baseline="0">
          <a:solidFill>
            <a:schemeClr val="tx1"/>
          </a:solidFill>
          <a:effectLst/>
          <a:latin typeface="Calibri" pitchFamily="2" charset="0"/>
          <a:ea typeface="Calibri" pitchFamily="2" charset="0"/>
          <a:cs typeface="Calibri" pitchFamily="2" charset="0"/>
        </a:defRPr>
      </a:lvl1pPr>
      <a:lvl2pPr marL="457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9pPr>
    </p:titleStyle>
    <p:bodyStyle>
      <a:lvl1pPr marL="342900" marR="0" indent="-342900" algn="l" defTabSz="914400">
        <a:lnSpc>
          <a:spcPct val="100000"/>
        </a:lnSpc>
        <a:spcBef>
          <a:spcPts val="0"/>
        </a:spcBef>
        <a:spcAft>
          <a:spcPts val="0"/>
        </a:spcAft>
        <a:buClrTx/>
        <a:buSzTx/>
        <a:buFont typeface="Arial" pitchFamily="2" charset="0"/>
        <a:buChar char="•"/>
        <a:tabLst/>
        <a:defRPr lang="en-us" sz="3200" b="0" i="0" u="none" strike="noStrike" kern="1" cap="none" spc="0" baseline="0">
          <a:solidFill>
            <a:schemeClr val="tx1"/>
          </a:solidFill>
          <a:effectLst/>
          <a:latin typeface="Calibri" pitchFamily="2" charset="0"/>
          <a:ea typeface="Calibri" pitchFamily="2" charset="0"/>
          <a:cs typeface="Calibri" pitchFamily="2" charset="0"/>
        </a:defRPr>
      </a:lvl1pPr>
      <a:lvl2pPr marL="742950" marR="0" indent="-285750" algn="l" defTabSz="914400">
        <a:lnSpc>
          <a:spcPct val="100000"/>
        </a:lnSpc>
        <a:spcBef>
          <a:spcPts val="0"/>
        </a:spcBef>
        <a:spcAft>
          <a:spcPts val="0"/>
        </a:spcAft>
        <a:buClrTx/>
        <a:buSzTx/>
        <a:buFont typeface="Arial" pitchFamily="2" charset="0"/>
        <a:buChar char="–"/>
        <a:tabLst/>
        <a:defRPr lang="en-us" sz="2800" b="0" i="0" u="none" strike="noStrike" kern="1" cap="none" spc="0" baseline="0">
          <a:solidFill>
            <a:schemeClr val="tx1"/>
          </a:solidFill>
          <a:effectLst/>
          <a:latin typeface="Calibri" pitchFamily="2" charset="0"/>
          <a:ea typeface="Calibri" pitchFamily="2" charset="0"/>
          <a:cs typeface="Calibri" pitchFamily="2" charset="0"/>
        </a:defRPr>
      </a:lvl2pPr>
      <a:lvl3pPr marL="1143000" marR="0" indent="-228600" algn="l" defTabSz="914400">
        <a:lnSpc>
          <a:spcPct val="100000"/>
        </a:lnSpc>
        <a:spcBef>
          <a:spcPts val="0"/>
        </a:spcBef>
        <a:spcAft>
          <a:spcPts val="0"/>
        </a:spcAft>
        <a:buClrTx/>
        <a:buSzTx/>
        <a:buFont typeface="Arial" pitchFamily="2" charset="0"/>
        <a:buChar char="•"/>
        <a:tabLst/>
        <a:defRPr lang="en-us" sz="2400" b="0" i="0" u="none" strike="noStrike" kern="1" cap="none" spc="0" baseline="0">
          <a:solidFill>
            <a:schemeClr val="tx1"/>
          </a:solidFill>
          <a:effectLst/>
          <a:latin typeface="Calibri" pitchFamily="2" charset="0"/>
          <a:ea typeface="Calibri" pitchFamily="2" charset="0"/>
          <a:cs typeface="Calibri" pitchFamily="2" charset="0"/>
        </a:defRPr>
      </a:lvl3pPr>
      <a:lvl4pPr marL="1600200" marR="0" indent="-228600" algn="l" defTabSz="914400">
        <a:lnSpc>
          <a:spcPct val="100000"/>
        </a:lnSpc>
        <a:spcBef>
          <a:spcPts val="0"/>
        </a:spcBef>
        <a:spcAft>
          <a:spcPts val="0"/>
        </a:spcAft>
        <a:buClrTx/>
        <a:buSzTx/>
        <a:buFont typeface="Arial" pitchFamily="2" charset="0"/>
        <a:buChar char="–"/>
        <a:tabLst/>
        <a:defRPr lang="en-us" sz="2000" b="0" i="0" u="none" strike="noStrike" kern="1" cap="none" spc="0" baseline="0">
          <a:solidFill>
            <a:schemeClr val="tx1"/>
          </a:solidFill>
          <a:effectLst/>
          <a:latin typeface="Calibri" pitchFamily="2" charset="0"/>
          <a:ea typeface="Calibri" pitchFamily="2" charset="0"/>
          <a:cs typeface="Calibri" pitchFamily="2" charset="0"/>
        </a:defRPr>
      </a:lvl4pPr>
      <a:lvl5pPr marL="2057400" marR="0" indent="-228600" algn="l" defTabSz="914400">
        <a:lnSpc>
          <a:spcPct val="100000"/>
        </a:lnSpc>
        <a:spcBef>
          <a:spcPts val="0"/>
        </a:spcBef>
        <a:spcAft>
          <a:spcPts val="0"/>
        </a:spcAft>
        <a:buClrTx/>
        <a:buSzTx/>
        <a:buFont typeface="Arial" pitchFamily="2" charset="0"/>
        <a:buChar char="»"/>
        <a:tabLst/>
        <a:defRPr lang="en-us" sz="2000" b="0" i="0" u="none" strike="noStrike" kern="1" cap="none" spc="0" baseline="0">
          <a:solidFill>
            <a:schemeClr val="tx1"/>
          </a:solidFill>
          <a:effectLst/>
          <a:latin typeface="Calibri" pitchFamily="2" charset="0"/>
          <a:ea typeface="Calibri" pitchFamily="2" charset="0"/>
          <a:cs typeface="Calibri" pitchFamily="2" charset="0"/>
        </a:defRPr>
      </a:lvl5pPr>
      <a:lvl6pPr marL="2514600" marR="0" indent="-228600" algn="l" defTabSz="914400">
        <a:lnSpc>
          <a:spcPct val="100000"/>
        </a:lnSpc>
        <a:spcBef>
          <a:spcPts val="0"/>
        </a:spcBef>
        <a:spcAft>
          <a:spcPts val="0"/>
        </a:spcAft>
        <a:buClrTx/>
        <a:buSzTx/>
        <a:buFont typeface="Arial" pitchFamily="2" charset="0"/>
        <a:buChar char="•"/>
        <a:tabLst/>
        <a:defRPr lang="en-us" sz="2000" b="0" i="0" u="none" strike="noStrike" kern="1" cap="none" spc="0" baseline="0">
          <a:solidFill>
            <a:schemeClr val="tx1"/>
          </a:solidFill>
          <a:effectLst/>
          <a:latin typeface="Calibri" pitchFamily="2" charset="0"/>
          <a:ea typeface="Calibri" pitchFamily="2" charset="0"/>
          <a:cs typeface="Calibri" pitchFamily="2" charset="0"/>
        </a:defRPr>
      </a:lvl6pPr>
      <a:lvl7pPr marL="2971800" marR="0" indent="-228600" algn="l" defTabSz="914400">
        <a:lnSpc>
          <a:spcPct val="100000"/>
        </a:lnSpc>
        <a:spcBef>
          <a:spcPts val="0"/>
        </a:spcBef>
        <a:spcAft>
          <a:spcPts val="0"/>
        </a:spcAft>
        <a:buClrTx/>
        <a:buSzTx/>
        <a:buFont typeface="Arial" pitchFamily="2" charset="0"/>
        <a:buChar char="•"/>
        <a:tabLst/>
        <a:defRPr lang="en-us" sz="2000" b="0" i="0" u="none" strike="noStrike" kern="1" cap="none" spc="0" baseline="0">
          <a:solidFill>
            <a:schemeClr val="tx1"/>
          </a:solidFill>
          <a:effectLst/>
          <a:latin typeface="Calibri" pitchFamily="2" charset="0"/>
          <a:ea typeface="Calibri" pitchFamily="2" charset="0"/>
          <a:cs typeface="Calibri" pitchFamily="2" charset="0"/>
        </a:defRPr>
      </a:lvl7pPr>
      <a:lvl8pPr marL="3429000" marR="0" indent="-228600" algn="l" defTabSz="914400">
        <a:lnSpc>
          <a:spcPct val="100000"/>
        </a:lnSpc>
        <a:spcBef>
          <a:spcPts val="0"/>
        </a:spcBef>
        <a:spcAft>
          <a:spcPts val="0"/>
        </a:spcAft>
        <a:buClrTx/>
        <a:buSzTx/>
        <a:buFont typeface="Arial" pitchFamily="2" charset="0"/>
        <a:buChar char="•"/>
        <a:tabLst/>
        <a:defRPr lang="en-us" sz="2000" b="0" i="0" u="none" strike="noStrike" kern="1" cap="none" spc="0" baseline="0">
          <a:solidFill>
            <a:schemeClr val="tx1"/>
          </a:solidFill>
          <a:effectLst/>
          <a:latin typeface="Calibri" pitchFamily="2" charset="0"/>
          <a:ea typeface="Calibri" pitchFamily="2" charset="0"/>
          <a:cs typeface="Calibri" pitchFamily="2" charset="0"/>
        </a:defRPr>
      </a:lvl8pPr>
      <a:lvl9pPr marL="3886200" marR="0" indent="-228600" algn="l" defTabSz="914400">
        <a:lnSpc>
          <a:spcPct val="100000"/>
        </a:lnSpc>
        <a:spcBef>
          <a:spcPts val="0"/>
        </a:spcBef>
        <a:spcAft>
          <a:spcPts val="0"/>
        </a:spcAft>
        <a:buClrTx/>
        <a:buSzTx/>
        <a:buFont typeface="Arial" pitchFamily="2" charset="0"/>
        <a:buChar char="•"/>
        <a:tabLst/>
        <a:defRPr lang="en-us" sz="2000" b="0" i="0" u="none" strike="noStrike" kern="1" cap="none" spc="0" baseline="0">
          <a:solidFill>
            <a:schemeClr val="tx1"/>
          </a:solidFill>
          <a:effectLst/>
          <a:latin typeface="Calibri" pitchFamily="2" charset="0"/>
          <a:ea typeface="Calibri" pitchFamily="2" charset="0"/>
          <a:cs typeface="Calibri" pitchFamily="2" charset="0"/>
        </a:defRPr>
      </a:lvl9pPr>
    </p:bodyStyle>
    <p:otherStyle>
      <a:lvl1pPr marL="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1pPr>
      <a:lvl2pPr marL="457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9pPr>
    </p:otherStyle>
  </p:txStyles>
</p:sldMaster>
</file>

<file path=ppt/slides/_rels/slide1.xml.rels><?xml version="1.0" encoding="UTF-8" standalone="yes" ?>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image" Target="../media/image7.png"/><Relationship Id="rId9" Type="http://schemas.openxmlformats.org/officeDocument/2006/relationships/image" Target="../media/image8.svg"/><Relationship Id="rId10" Type="http://schemas.openxmlformats.org/officeDocument/2006/relationships/image" Target="../media/image9.png"/><Relationship Id="rId11" Type="http://schemas.openxmlformats.org/officeDocument/2006/relationships/image" Target="../media/image10.svg"/><Relationship Id="rId12" Type="http://schemas.openxmlformats.org/officeDocument/2006/relationships/image" Target="../media/image11.png"/><Relationship Id="rId13" Type="http://schemas.openxmlformats.org/officeDocument/2006/relationships/image" Target="../media/image12.svg"/><Relationship Id="rId14" Type="http://schemas.openxmlformats.org/officeDocument/2006/relationships/image" Target="../media/image13.png"/><Relationship Id="rId15" Type="http://schemas.openxmlformats.org/officeDocument/2006/relationships/image" Target="../media/image14.svg"/><Relationship Id="rId16" Type="http://schemas.openxmlformats.org/officeDocument/2006/relationships/image" Target="../media/image15.png"/><Relationship Id="rId17" Type="http://schemas.openxmlformats.org/officeDocument/2006/relationships/image" Target="../media/image16.svg"/></Relationships>
</file>

<file path=ppt/slides/_rels/slide2.xml.rels><?xml version="1.0" encoding="UTF-8" standalone="yes" ?>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7.png"/><Relationship Id="rId5" Type="http://schemas.openxmlformats.org/officeDocument/2006/relationships/image" Target="../media/image18.svg"/><Relationship Id="rId6" Type="http://schemas.openxmlformats.org/officeDocument/2006/relationships/image" Target="../media/image19.png"/><Relationship Id="rId7" Type="http://schemas.openxmlformats.org/officeDocument/2006/relationships/image" Target="../media/image20.svg"/></Relationships>
</file>

<file path=ppt/slides/_rels/slide3.xml.rels><?xml version="1.0" encoding="UTF-8" standalone="yes" ?>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5.png"/><Relationship Id="rId5" Type="http://schemas.openxmlformats.org/officeDocument/2006/relationships/image" Target="../media/image16.svg"/><Relationship Id="rId6" Type="http://schemas.openxmlformats.org/officeDocument/2006/relationships/image" Target="../media/image21.png"/><Relationship Id="rId7" Type="http://schemas.openxmlformats.org/officeDocument/2006/relationships/image" Target="../media/image22.svg"/></Relationships>
</file>

<file path=ppt/slides/_rels/slide4.xml.rels><?xml version="1.0" encoding="UTF-8" standalone="yes" ?>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23.png"/><Relationship Id="rId5" Type="http://schemas.openxmlformats.org/officeDocument/2006/relationships/image" Target="../media/image24.svg"/><Relationship Id="rId6" Type="http://schemas.openxmlformats.org/officeDocument/2006/relationships/image" Target="../media/image19.png"/><Relationship Id="rId7" Type="http://schemas.openxmlformats.org/officeDocument/2006/relationships/image" Target="../media/image20.svg"/><Relationship Id="rId8" Type="http://schemas.openxmlformats.org/officeDocument/2006/relationships/image" Target="../media/image25.png"/></Relationships>
</file>

<file path=ppt/slides/_rels/slide5.xml.rels><?xml version="1.0" encoding="UTF-8" standalone="yes" ?>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23.png"/><Relationship Id="rId5" Type="http://schemas.openxmlformats.org/officeDocument/2006/relationships/image" Target="../media/image24.svg"/><Relationship Id="rId6" Type="http://schemas.openxmlformats.org/officeDocument/2006/relationships/image" Target="../media/image19.png"/><Relationship Id="rId7" Type="http://schemas.openxmlformats.org/officeDocument/2006/relationships/image" Target="../media/image20.svg"/><Relationship Id="rId8" Type="http://schemas.openxmlformats.org/officeDocument/2006/relationships/image" Target="../media/image26.png"/></Relationships>
</file>

<file path=ppt/slides/_rels/slide6.xml.rels><?xml version="1.0" encoding="UTF-8" standalone="yes" ?>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27.png"/><Relationship Id="rId5" Type="http://schemas.openxmlformats.org/officeDocument/2006/relationships/image" Target="../media/image28.svg"/><Relationship Id="rId6" Type="http://schemas.openxmlformats.org/officeDocument/2006/relationships/image" Target="../media/image29.png"/><Relationship Id="rId7" Type="http://schemas.openxmlformats.org/officeDocument/2006/relationships/image" Target="../media/image30.svg"/><Relationship Id="rId8" Type="http://schemas.openxmlformats.org/officeDocument/2006/relationships/image" Target="../media/image31.png"/><Relationship Id="rId9" Type="http://schemas.openxmlformats.org/officeDocument/2006/relationships/image" Target="../media/image32.svg"/><Relationship Id="rId10" Type="http://schemas.openxmlformats.org/officeDocument/2006/relationships/image" Target="../media/image33.png"/><Relationship Id="rId11" Type="http://schemas.openxmlformats.org/officeDocument/2006/relationships/image" Target="../media/image34.svg"/></Relationships>
</file>

<file path=ppt/slides/_rels/slide7.xml.rels><?xml version="1.0" encoding="UTF-8" standalone="yes" ?>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5.png"/><Relationship Id="rId5" Type="http://schemas.openxmlformats.org/officeDocument/2006/relationships/image" Target="../media/image36.svg"/><Relationship Id="rId6" Type="http://schemas.openxmlformats.org/officeDocument/2006/relationships/image" Target="../media/image37.png"/><Relationship Id="rId7" Type="http://schemas.openxmlformats.org/officeDocument/2006/relationships/image" Target="../media/image38.svg"/><Relationship Id="rId8" Type="http://schemas.openxmlformats.org/officeDocument/2006/relationships/image" Target="../media/image39.png"/><Relationship Id="rId9" Type="http://schemas.openxmlformats.org/officeDocument/2006/relationships/image" Target="../media/image40.svg"/><Relationship Id="rId10" Type="http://schemas.openxmlformats.org/officeDocument/2006/relationships/image" Target="../media/image41.png"/><Relationship Id="rId11" Type="http://schemas.openxmlformats.org/officeDocument/2006/relationships/image" Target="../media/image42.svg"/><Relationship Id="rId12" Type="http://schemas.openxmlformats.org/officeDocument/2006/relationships/image" Target="../media/image43.png"/><Relationship Id="rId13" Type="http://schemas.openxmlformats.org/officeDocument/2006/relationships/image" Target="../media/image44.svg"/><Relationship Id="rId14" Type="http://schemas.openxmlformats.org/officeDocument/2006/relationships/image" Target="../media/image45.png"/><Relationship Id="rId15" Type="http://schemas.openxmlformats.org/officeDocument/2006/relationships/image" Target="../media/image46.svg"/></Relationships>
</file>

<file path=ppt/slides/slide1.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bg>
      <p:bgPr>
        <a:solidFill>
          <a:srgbClr val="F8F3F0"/>
        </a:solidFill>
        <a:effectLst/>
      </p:bgPr>
    </p:bg>
    <p:spTree>
      <p:nvGrpSpPr>
        <p:cNvPr id="1" name=""/>
        <p:cNvGrpSpPr/>
        <p:nvPr/>
      </p:nvGrpSpPr>
      <p:grpSpPr>
        <a:xfrm>
          <a:off x="0" y="0"/>
          <a:ext cx="0" cy="0"/>
          <a:chOff x="0" y="0"/>
          <a:chExt cx="0" cy="0"/>
        </a:xfrm>
      </p:grpSpPr>
      <p:sp>
        <p:nvSpPr>
          <p:cNvPr id="2" name="Freeform 2"/>
          <p:cNvSpPr>
            <a:extLst>
              <a:ext uri="smNativeData">
                <pr:smNativeData xmlns:pr="smNativeData" xmlns="smNativeData" val="SMDATA_15_OmKRaRMAAAAlAAAACwAAAA0AAAAAzQEAADHZ//8eYgAAkVgAAAAAAAAAAAAAAAAAAAEAAABQAAAAAAAAAAAA4D8AAAAAAADgPwAAAAAAAOA/AAAAAAAA4D8AAAAAAADgPwAAAAAAAOA/AAAAAAAA4D8AAAAAAADgPwAAAAAAAOA/AAAAAAAA4D8CAAAAjAAAAAEAAAACAAAA////AP///wgAAAAAAAAAAMYu/ScSWJFFr9esicNXx5M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CA/f//AAAAAGX3///Q/v//ECcAABAnAAAAAAAAAAAAAAAAAAAAWg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zQEAADHZ//8eYgAAkVgAABAAAAAmAAAACAAAAP//////////"/>
              </a:ext>
            </a:extLst>
          </p:cNvSpPr>
          <p:nvPr/>
        </p:nvSpPr>
        <p:spPr>
          <a:xfrm rot="19779531">
            <a:off x="292735" y="-6308725"/>
            <a:ext cx="15657195" cy="20706080"/>
          </a:xfrm>
          <a:custGeom>
            <a:avLst/>
            <a:gdLst/>
            <a:ahLst/>
            <a:cxnLst/>
            <a:rect l="0" t="0" r="15657195" b="20706080"/>
            <a:pathLst>
              <a:path w="15657195" h="20706080">
                <a:moveTo>
                  <a:pt x="0" y="0"/>
                </a:moveTo>
                <a:lnTo>
                  <a:pt x="15657195" y="0"/>
                </a:lnTo>
                <a:lnTo>
                  <a:pt x="15657195" y="20706080"/>
                </a:lnTo>
                <a:lnTo>
                  <a:pt x="0" y="20706080"/>
                </a:lnTo>
                <a:lnTo>
                  <a:pt x="0" y="0"/>
                </a:lnTo>
                <a:close/>
              </a:path>
            </a:pathLst>
          </a:custGeom>
          <a:blipFill>
            <a:blip r:embed="rId2">
              <a:extLst>
                <a:ext uri="{96DAC541-7B7A-43D3-8B79-37D633B846F1}">
                  <asvg:svgBlip xmlns:asvg="http://schemas.microsoft.com/office/drawing/2016/SVG/main" r:embed="rId3"/>
                </a:ext>
              </a:extLst>
              <a:alphaModFix amt="10000"/>
            </a:blip>
            <a:srcRect/>
            <a:stretch>
              <a:fillRect l="-6400" t="0" r="-22030" b="-3040"/>
            </a:stretch>
          </a:blipFill>
          <a:ln>
            <a:noFill/>
          </a:ln>
          <a:effectLst/>
        </p:spPr>
      </p:sp>
      <p:sp>
        <p:nvSpPr>
          <p:cNvPr id="3" name="Freeform 6"/>
          <p:cNvSpPr>
            <a:extLst>
              <a:ext uri="smNativeData">
                <pr:smNativeData xmlns:pr="smNativeData" xmlns="smNativeData" val="SMDATA_15_OmKRaRMAAAAlAAAACwAAAA0AAAAAegkAAFQGAAANGAAAVhUAAAAAAAAAAAAAAAAAAAEAAABQAAAAAAAAAAAA4D8AAAAAAADgPwAAAAAAAOA/AAAAAAAA4D8AAAAAAADgPwAAAAAAAOA/AAAAAAAA4D8AAAAAAADgPwAAAAAAAOA/AAAAAAAA4D8CAAAAjAAAAAEAAAACAAAA////AP///wgAAAAAAAAAAD6fL3MJjQFLlhWGLfQ2JAk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egkAAFQGAAANGAAAVhUAABAAAAAmAAAACAAAAP//////////"/>
              </a:ext>
            </a:extLst>
          </p:cNvSpPr>
          <p:nvPr/>
        </p:nvSpPr>
        <p:spPr>
          <a:xfrm>
            <a:off x="1540510" y="1028700"/>
            <a:ext cx="2369185" cy="2439670"/>
          </a:xfrm>
          <a:custGeom>
            <a:avLst/>
            <a:gdLst/>
            <a:ahLst/>
            <a:cxnLst/>
            <a:rect l="0" t="0" r="2369185" b="2439670"/>
            <a:pathLst>
              <a:path w="2369185" h="2439670">
                <a:moveTo>
                  <a:pt x="0" y="0"/>
                </a:moveTo>
                <a:lnTo>
                  <a:pt x="2369185" y="0"/>
                </a:lnTo>
                <a:lnTo>
                  <a:pt x="2369185" y="2439670"/>
                </a:lnTo>
                <a:lnTo>
                  <a:pt x="0" y="2439670"/>
                </a:lnTo>
                <a:lnTo>
                  <a:pt x="0" y="0"/>
                </a:lnTo>
                <a:close/>
              </a:path>
            </a:pathLst>
          </a:custGeom>
          <a:blipFill>
            <a:blip r:embed="rId4">
              <a:extLst>
                <a:ext uri="{96DAC541-7B7A-43D3-8B79-37D633B846F1}">
                  <asvg:svgBlip xmlns:asvg="http://schemas.microsoft.com/office/drawing/2016/SVG/main" r:embed="rId5"/>
                </a:ext>
              </a:extLst>
            </a:blip>
            <a:srcRect/>
            <a:stretch/>
          </a:blipFill>
          <a:ln>
            <a:noFill/>
          </a:ln>
          <a:effectLst/>
        </p:spPr>
      </p:sp>
      <p:sp>
        <p:nvSpPr>
          <p:cNvPr id="4" name="Freeform 7"/>
          <p:cNvSpPr>
            <a:extLst>
              <a:ext uri="smNativeData">
                <pr:smNativeData xmlns:pr="smNativeData" xmlns="smNativeData" val="SMDATA_15_OmKRaRMAAAAlAAAACwAAAA0AAAAAVV0AAFQGAAAsagAAwRYAAAAAAAAAAAAAAAAAAAEAAABQAAAAAAAAAAAA4D8AAAAAAADgPwAAAAAAAOA/AAAAAAAA4D8AAAAAAADgPwAAAAAAAOA/AAAAAAAA4D8AAAAAAADgPwAAAAAAAOA/AAAAAAAA4D8CAAAAjAAAAAEAAAACAAAA////AP///wgAAAAAAAAAAPkvL2oo8lxOj833B24+IEQ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DufRU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VV0AAFQGAAAsagAAwRYAABAAAAAmAAAACAAAAP//////////"/>
              </a:ext>
            </a:extLst>
          </p:cNvSpPr>
          <p:nvPr/>
        </p:nvSpPr>
        <p:spPr>
          <a:xfrm>
            <a:off x="15172055" y="1028700"/>
            <a:ext cx="2087245" cy="2670175"/>
          </a:xfrm>
          <a:custGeom>
            <a:avLst/>
            <a:gdLst/>
            <a:ahLst/>
            <a:cxnLst/>
            <a:rect l="0" t="0" r="2087245" b="2670175"/>
            <a:pathLst>
              <a:path w="2087245" h="2670175">
                <a:moveTo>
                  <a:pt x="0" y="0"/>
                </a:moveTo>
                <a:lnTo>
                  <a:pt x="2087245" y="0"/>
                </a:lnTo>
                <a:lnTo>
                  <a:pt x="2087245" y="2670175"/>
                </a:lnTo>
                <a:lnTo>
                  <a:pt x="0" y="2670175"/>
                </a:lnTo>
                <a:lnTo>
                  <a:pt x="0" y="0"/>
                </a:lnTo>
                <a:close/>
              </a:path>
            </a:pathLst>
          </a:custGeom>
          <a:blipFill>
            <a:blip r:embed="rId6">
              <a:extLst>
                <a:ext uri="{96DAC541-7B7A-43D3-8B79-37D633B846F1}">
                  <asvg:svgBlip xmlns:asvg="http://schemas.microsoft.com/office/drawing/2016/SVG/main" r:embed="rId7"/>
                </a:ext>
              </a:extLst>
            </a:blip>
            <a:srcRect/>
            <a:stretch/>
          </a:blipFill>
          <a:ln>
            <a:noFill/>
          </a:ln>
          <a:effectLst/>
        </p:spPr>
      </p:sp>
      <p:sp>
        <p:nvSpPr>
          <p:cNvPr id="5" name="Freeform 8"/>
          <p:cNvSpPr>
            <a:extLst>
              <a:ext uri="smNativeData">
                <pr:smNativeData xmlns:pr="smNativeData" xmlns="smNativeData" val="SMDATA_15_OmKRaRMAAAAlAAAACwAAAA0AAAAARQ4AAJcrAADOGwAA9DgAAAAAAAAAAAAAAAAAAAEAAABQAAAAAAAAAAAA4D8AAAAAAADgPwAAAAAAAOA/AAAAAAAA4D8AAAAAAADgPwAAAAAAAOA/AAAAAAAA4D8AAAAAAADgPwAAAAAAAOA/AAAAAAAA4D8CAAAAjAAAAAEAAAACAAAA////AP///wgAAAAAAAAAAMlnaZl7dgtCtDF7umbj//o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IPqBG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RQ4AAJcrAADOGwAA9DgAABAAAAAmAAAACAAAAP//////////"/>
              </a:ext>
            </a:extLst>
          </p:cNvSpPr>
          <p:nvPr/>
        </p:nvSpPr>
        <p:spPr>
          <a:xfrm>
            <a:off x="2319655" y="7085965"/>
            <a:ext cx="2200275" cy="2172335"/>
          </a:xfrm>
          <a:custGeom>
            <a:avLst/>
            <a:gdLst/>
            <a:ahLst/>
            <a:cxnLst/>
            <a:rect l="0" t="0" r="2200275" b="2172335"/>
            <a:pathLst>
              <a:path w="2200275" h="2172335">
                <a:moveTo>
                  <a:pt x="0" y="0"/>
                </a:moveTo>
                <a:lnTo>
                  <a:pt x="2200275" y="0"/>
                </a:lnTo>
                <a:lnTo>
                  <a:pt x="2200275" y="2172335"/>
                </a:lnTo>
                <a:lnTo>
                  <a:pt x="0" y="2172335"/>
                </a:lnTo>
                <a:lnTo>
                  <a:pt x="0" y="0"/>
                </a:lnTo>
                <a:close/>
              </a:path>
            </a:pathLst>
          </a:custGeom>
          <a:blipFill>
            <a:blip r:embed="rId8">
              <a:extLst>
                <a:ext uri="{96DAC541-7B7A-43D3-8B79-37D633B846F1}">
                  <asvg:svgBlip xmlns:asvg="http://schemas.microsoft.com/office/drawing/2016/SVG/main" r:embed="rId9"/>
                </a:ext>
              </a:extLst>
            </a:blip>
            <a:srcRect/>
            <a:stretch/>
          </a:blipFill>
          <a:ln>
            <a:noFill/>
          </a:ln>
          <a:effectLst/>
        </p:spPr>
      </p:sp>
      <p:sp>
        <p:nvSpPr>
          <p:cNvPr id="6" name="Freeform 9"/>
          <p:cNvSpPr>
            <a:extLst>
              <a:ext uri="smNativeData">
                <pr:smNativeData xmlns:pr="smNativeData" xmlns="smNativeData" val="SMDATA_15_OmKRaRMAAAAlAAAACwAAAA0AAAAA5VcAAJcrAABeZQAAEDkAAAAAAAAAAAAAAAAAAAEAAABQAAAAAAAAAAAA4D8AAAAAAADgPwAAAAAAAOA/AAAAAAAA4D8AAAAAAADgPwAAAAAAAOA/AAAAAAAA4D8AAAAAAADgPwAAAAAAAOA/AAAAAAAA4D8CAAAAjAAAAAEAAAACAAAA////AP///wgAAAAAAAAAADw/QysYPjpPsmHbTaTTpc4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Tgog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5VcAAJcrAABeZQAAEDkAABAAAAAmAAAACAAAAP//////////"/>
              </a:ext>
            </a:extLst>
          </p:cNvSpPr>
          <p:nvPr/>
        </p:nvSpPr>
        <p:spPr>
          <a:xfrm>
            <a:off x="14288135" y="7085965"/>
            <a:ext cx="2190115" cy="2190115"/>
          </a:xfrm>
          <a:custGeom>
            <a:avLst/>
            <a:gdLst/>
            <a:ahLst/>
            <a:cxnLst/>
            <a:rect l="0" t="0" r="2190115" b="2190115"/>
            <a:pathLst>
              <a:path w="2190115" h="2190115">
                <a:moveTo>
                  <a:pt x="0" y="0"/>
                </a:moveTo>
                <a:lnTo>
                  <a:pt x="2190115" y="0"/>
                </a:lnTo>
                <a:lnTo>
                  <a:pt x="2190115" y="2190116"/>
                </a:lnTo>
                <a:lnTo>
                  <a:pt x="0" y="2190116"/>
                </a:lnTo>
                <a:lnTo>
                  <a:pt x="0" y="0"/>
                </a:lnTo>
                <a:close/>
              </a:path>
            </a:pathLst>
          </a:custGeom>
          <a:blipFill>
            <a:blip r:embed="rId10">
              <a:extLst>
                <a:ext uri="{96DAC541-7B7A-43D3-8B79-37D633B846F1}">
                  <asvg:svgBlip xmlns:asvg="http://schemas.microsoft.com/office/drawing/2016/SVG/main" r:embed="rId11"/>
                </a:ext>
              </a:extLst>
            </a:blip>
            <a:srcRect/>
            <a:stretch/>
          </a:blipFill>
          <a:ln>
            <a:noFill/>
          </a:ln>
          <a:effectLst/>
        </p:spPr>
      </p:sp>
      <p:sp>
        <p:nvSpPr>
          <p:cNvPr id="7" name="Freeform 10"/>
          <p:cNvSpPr>
            <a:extLst>
              <a:ext uri="smNativeData">
                <pr:smNativeData xmlns:pr="smNativeData" xmlns="smNativeData" val="SMDATA_15_OmKRaRMAAAAlAAAACwAAAA0AAAAAzf///3AdAABfDAAAuCMAAAAAAAAAAAAAAAAAAAEAAABQAAAAAAAAAAAA4D8AAAAAAADgPwAAAAAAAOA/AAAAAAAA4D8AAAAAAADgPwAAAAAAAOA/AAAAAAAA4D8AAAAAAADgPwAAAAAAAOA/AAAAAAAA4D8CAAAAjAAAAAEAAAACAAAA////AP///wgAAAAAAAAAAPX2ozBFkVtKl/RtDhd/iwc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NzHMO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zf///3AdAABfDAAAuCMAABAAAAAmAAAACAAAAP//////////"/>
              </a:ext>
            </a:extLst>
          </p:cNvSpPr>
          <p:nvPr/>
        </p:nvSpPr>
        <p:spPr>
          <a:xfrm>
            <a:off x="-32385" y="4785360"/>
            <a:ext cx="2043430" cy="1021080"/>
          </a:xfrm>
          <a:custGeom>
            <a:avLst/>
            <a:gdLst/>
            <a:ahLst/>
            <a:cxnLst/>
            <a:rect l="0" t="0" r="2043430" b="1021080"/>
            <a:pathLst>
              <a:path w="2043430" h="1021080">
                <a:moveTo>
                  <a:pt x="0" y="0"/>
                </a:moveTo>
                <a:lnTo>
                  <a:pt x="2043431" y="0"/>
                </a:lnTo>
                <a:lnTo>
                  <a:pt x="2043431" y="1021081"/>
                </a:lnTo>
                <a:lnTo>
                  <a:pt x="0" y="1021081"/>
                </a:lnTo>
                <a:lnTo>
                  <a:pt x="0" y="0"/>
                </a:lnTo>
                <a:close/>
              </a:path>
            </a:pathLst>
          </a:custGeom>
          <a:blipFill>
            <a:blip r:embed="rId12">
              <a:extLst>
                <a:ext uri="{96DAC541-7B7A-43D3-8B79-37D633B846F1}">
                  <asvg:svgBlip xmlns:asvg="http://schemas.microsoft.com/office/drawing/2016/SVG/main" r:embed="rId13"/>
                </a:ext>
              </a:extLst>
            </a:blip>
            <a:srcRect/>
            <a:stretch/>
          </a:blipFill>
          <a:ln>
            <a:noFill/>
          </a:ln>
          <a:effectLst/>
        </p:spPr>
      </p:sp>
      <p:sp>
        <p:nvSpPr>
          <p:cNvPr id="8" name="Freeform 11"/>
          <p:cNvSpPr>
            <a:extLst>
              <a:ext uri="smNativeData">
                <pr:smNativeData xmlns:pr="smNativeData" xmlns="smNativeData" val="SMDATA_15_OmKRaRMAAAAlAAAACwAAAA0AAAAA+0sAAPH////lVwAAfwwAAAAAAAAAAAAAAAAAAAEAAABQAAAAAAAAAAAA4D8AAAAAAADgPwAAAAAAAOA/AAAAAAAA4D8AAAAAAADgPwAAAAAAAOA/AAAAAAAA4D8AAAAAAADgPwAAAAAAAOA/AAAAAAAA4D8CAAAAjAAAAAEAAAACAAAA////AP///wgAAAAAAAAAAOfvbY5jeZJPgtR7YPtenf0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POBs7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0sAAPH////lVwAAfwwAABAAAAAmAAAACAAAAP//////////"/>
              </a:ext>
            </a:extLst>
          </p:cNvSpPr>
          <p:nvPr/>
        </p:nvSpPr>
        <p:spPr>
          <a:xfrm rot="5400000">
            <a:off x="12299315" y="42545"/>
            <a:ext cx="2040890" cy="1936750"/>
          </a:xfrm>
          <a:custGeom>
            <a:avLst/>
            <a:gdLst/>
            <a:ahLst/>
            <a:cxnLst/>
            <a:rect l="0" t="0" r="2040890" b="1936750"/>
            <a:pathLst>
              <a:path w="2040890" h="1936750">
                <a:moveTo>
                  <a:pt x="0" y="0"/>
                </a:moveTo>
                <a:lnTo>
                  <a:pt x="2040889" y="0"/>
                </a:lnTo>
                <a:lnTo>
                  <a:pt x="2040889" y="1936750"/>
                </a:lnTo>
                <a:lnTo>
                  <a:pt x="0" y="1936750"/>
                </a:lnTo>
                <a:lnTo>
                  <a:pt x="0" y="0"/>
                </a:lnTo>
                <a:close/>
              </a:path>
            </a:pathLst>
          </a:custGeom>
          <a:blipFill>
            <a:blip r:embed="rId14">
              <a:extLst>
                <a:ext uri="{96DAC541-7B7A-43D3-8B79-37D633B846F1}">
                  <asvg:svgBlip xmlns:asvg="http://schemas.microsoft.com/office/drawing/2016/SVG/main" r:embed="rId15"/>
                </a:ext>
              </a:extLst>
            </a:blip>
            <a:srcRect/>
            <a:stretch/>
          </a:blipFill>
          <a:ln>
            <a:noFill/>
          </a:ln>
          <a:effectLst/>
        </p:spPr>
      </p:sp>
      <p:sp>
        <p:nvSpPr>
          <p:cNvPr id="9" name="Freeform 12"/>
          <p:cNvSpPr>
            <a:extLst>
              <a:ext uri="smNativeData">
                <pr:smNativeData xmlns:pr="smNativeData" xmlns="smNativeData" val="SMDATA_15_OmKRaRMAAAAlAAAACwAAAA0AAAAAD18AAJ4eAAB6cAAAuiMAAAAAAAAAAAAAAAAAAAEAAABQAAAAAAAAAAAA4D8AAAAAAADgPwAAAAAAAOA/AAAAAAAA4D8AAAAAAADgPwAAAAAAAOA/AAAAAAAA4D8AAAAAAADgPwAAAAAAAOA/AAAAAAAA4D8CAAAAjAAAAAEAAAACAAAA////AP///wgAAAAAAAAAAA8caA5+pehAjyAzfX765qQ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FroBe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D18AAJ4eAAB6cAAAuiMAABAAAAAmAAAACAAAAP//////////"/>
              </a:ext>
            </a:extLst>
          </p:cNvSpPr>
          <p:nvPr/>
        </p:nvSpPr>
        <p:spPr>
          <a:xfrm>
            <a:off x="15452725" y="4977130"/>
            <a:ext cx="2831465" cy="830580"/>
          </a:xfrm>
          <a:custGeom>
            <a:avLst/>
            <a:gdLst/>
            <a:ahLst/>
            <a:cxnLst/>
            <a:rect l="0" t="0" r="2831465" b="830580"/>
            <a:pathLst>
              <a:path w="2831465" h="830580">
                <a:moveTo>
                  <a:pt x="0" y="0"/>
                </a:moveTo>
                <a:lnTo>
                  <a:pt x="2831465" y="0"/>
                </a:lnTo>
                <a:lnTo>
                  <a:pt x="2831465" y="830581"/>
                </a:lnTo>
                <a:lnTo>
                  <a:pt x="0" y="830581"/>
                </a:lnTo>
                <a:lnTo>
                  <a:pt x="0" y="0"/>
                </a:lnTo>
                <a:close/>
              </a:path>
            </a:pathLst>
          </a:custGeom>
          <a:blipFill>
            <a:blip r:embed="rId16">
              <a:extLst>
                <a:ext uri="{96DAC541-7B7A-43D3-8B79-37D633B846F1}">
                  <asvg:svgBlip xmlns:asvg="http://schemas.microsoft.com/office/drawing/2016/SVG/main" r:embed="rId17"/>
                </a:ext>
              </a:extLst>
            </a:blip>
            <a:srcRect/>
            <a:stretch/>
          </a:blipFill>
          <a:ln>
            <a:noFill/>
          </a:ln>
          <a:effectLst/>
        </p:spPr>
      </p:sp>
      <p:sp>
        <p:nvSpPr>
          <p:cNvPr id="10" name="TextBox 13"/>
          <p:cNvSpPr>
            <a:extLst>
              <a:ext uri="smNativeData">
                <pr:smNativeData xmlns:pr="smNativeData" xmlns="smNativeData" val="SMDATA_15_OmKRaRMAAAAlAAAAZAAAAE0AAAAAAAAAAAAAAAAAAAAAA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I4h+Nk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2RoAAGsOAACnVQAAuCMAABAgAAAmAAAACAAAAP//////////"/>
              </a:ext>
            </a:extLst>
          </p:cNvSpPr>
          <p:nvPr/>
        </p:nvSpPr>
        <p:spPr>
          <a:xfrm>
            <a:off x="4364355" y="2343785"/>
            <a:ext cx="9559290" cy="3462655"/>
          </a:xfrm>
          <a:prstGeom prst="rect">
            <a:avLst/>
          </a:prstGeom>
          <a:noFill/>
          <a:ln>
            <a:noFill/>
          </a:ln>
          <a:effectLst/>
        </p:spPr>
        <p:txBody>
          <a:bodyPr vert="horz" wrap="square" lIns="0" tIns="0" rIns="0" bIns="0" numCol="1" spcCol="215900" anchor="t"/>
          <a:lstStyle/>
          <a:p>
            <a:pPr algn="ctr">
              <a:lnSpc>
                <a:spcPts val="13495"/>
              </a:lnSpc>
              <a:defRPr lang="en-us"/>
            </a:pPr>
            <a:r>
              <a:rPr lang="en-us" sz="12155" cap="none">
                <a:latin typeface="Aileron Heavy" pitchFamily="0" charset="0"/>
                <a:ea typeface="Calibri" pitchFamily="2" charset="0"/>
                <a:cs typeface="Calibri" pitchFamily="2" charset="0"/>
              </a:rPr>
              <a:t>FINANCIAL</a:t>
            </a:r>
            <a:endParaRPr lang="en-us" sz="12155" cap="none">
              <a:latin typeface="Aileron Heavy" pitchFamily="0" charset="0"/>
              <a:ea typeface="Calibri" pitchFamily="2" charset="0"/>
              <a:cs typeface="Calibri" pitchFamily="2" charset="0"/>
            </a:endParaRPr>
          </a:p>
          <a:p>
            <a:pPr algn="ctr">
              <a:lnSpc>
                <a:spcPts val="13495"/>
              </a:lnSpc>
              <a:defRPr lang="en-us"/>
            </a:pPr>
            <a:r>
              <a:rPr lang="en-us" sz="12155" cap="none">
                <a:latin typeface="Aileron Heavy" pitchFamily="0" charset="0"/>
                <a:ea typeface="Calibri" pitchFamily="2" charset="0"/>
                <a:cs typeface="Calibri" pitchFamily="2" charset="0"/>
              </a:rPr>
              <a:t>ANALYTICS</a:t>
            </a:r>
            <a:endParaRPr lang="en-us" sz="12155" cap="none">
              <a:latin typeface="Aileron Heavy" pitchFamily="0" charset="0"/>
              <a:ea typeface="Calibri" pitchFamily="2" charset="0"/>
              <a:cs typeface="Calibri" pitchFamily="2" charset="0"/>
            </a:endParaRPr>
          </a:p>
        </p:txBody>
      </p:sp>
      <p:sp>
        <p:nvSpPr>
          <p:cNvPr id="11" name="TextBox 14"/>
          <p:cNvSpPr>
            <a:extLst>
              <a:ext uri="smNativeData">
                <pr:smNativeData xmlns:pr="smNativeData" xmlns="smNativeData" val="SMDATA_15_OmKRaRMAAAAlAAAAZAAAAE0AAAAAAAAAAAAAAAAAAAAAA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M8/8v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kR4AAJUkAADvUQAAmSsAAAAgAAAmAAAACAAAAP//////////"/>
              </a:ext>
            </a:extLst>
          </p:cNvSpPr>
          <p:nvPr/>
        </p:nvSpPr>
        <p:spPr>
          <a:xfrm>
            <a:off x="4968875" y="5946775"/>
            <a:ext cx="8350250" cy="1140460"/>
          </a:xfrm>
          <a:prstGeom prst="rect">
            <a:avLst/>
          </a:prstGeom>
          <a:noFill/>
          <a:ln>
            <a:noFill/>
          </a:ln>
          <a:effectLst/>
        </p:spPr>
        <p:txBody>
          <a:bodyPr vert="horz" wrap="square" lIns="0" tIns="0" rIns="0" bIns="0" numCol="1" spcCol="215900" anchor="t"/>
          <a:lstStyle/>
          <a:p>
            <a:pPr algn="r">
              <a:lnSpc>
                <a:spcPts val="4490"/>
              </a:lnSpc>
              <a:defRPr lang="en-us"/>
            </a:pPr>
            <a:r>
              <a:rPr lang="en-us" sz="3205" cap="none">
                <a:latin typeface="Aileron Bold" pitchFamily="0" charset="0"/>
                <a:ea typeface="Calibri" pitchFamily="2" charset="0"/>
                <a:cs typeface="Calibri" pitchFamily="2" charset="0"/>
              </a:rPr>
              <a:t>~ Ayush Tiwari</a:t>
            </a:r>
            <a:endParaRPr lang="en-us" sz="3205" cap="none">
              <a:latin typeface="Aileron Bold" pitchFamily="0" charset="0"/>
              <a:ea typeface="Calibri" pitchFamily="2" charset="0"/>
              <a:cs typeface="Calibri" pitchFamily="2" charset="0"/>
            </a:endParaRPr>
          </a:p>
          <a:p>
            <a:pPr algn="r">
              <a:lnSpc>
                <a:spcPts val="4490"/>
              </a:lnSpc>
              <a:defRPr lang="en-us"/>
            </a:pPr>
            <a:r>
              <a:rPr lang="en-us" sz="3205" cap="none">
                <a:latin typeface="Aileron Bold" pitchFamily="0" charset="0"/>
                <a:ea typeface="Calibri" pitchFamily="2" charset="0"/>
                <a:cs typeface="Calibri" pitchFamily="2" charset="0"/>
              </a:rPr>
              <a:t>Data Analyst </a:t>
            </a:r>
            <a:endParaRPr lang="en-us" sz="3205" cap="none">
              <a:latin typeface="Aileron Bold" pitchFamily="0" charset="0"/>
              <a:ea typeface="Calibri" pitchFamily="2" charset="0"/>
              <a:cs typeface="Calibri" pitchFamily="2" charset="0"/>
            </a:endParaRPr>
          </a:p>
        </p:txBody>
      </p:sp>
    </p:spTree>
  </p:cSld>
  <p:clrMapOvr>
    <a:masterClrMapping/>
  </p:clrMapOvr>
  <p:timing>
    <p:tnLst>
      <p:par>
        <p:cTn id="1" dur="indefinite" restart="never" nodeType="tmRoot"/>
      </p:par>
    </p:tnLst>
  </p:timing>
</p:sld>
</file>

<file path=ppt/slides/slide2.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bg>
      <p:bgPr>
        <a:solidFill>
          <a:srgbClr val="F8F3F0"/>
        </a:solidFill>
        <a:effectLst/>
      </p:bgPr>
    </p:bg>
    <p:spTree>
      <p:nvGrpSpPr>
        <p:cNvPr id="1" name=""/>
        <p:cNvGrpSpPr/>
        <p:nvPr/>
      </p:nvGrpSpPr>
      <p:grpSpPr>
        <a:xfrm>
          <a:off x="0" y="0"/>
          <a:ext cx="0" cy="0"/>
          <a:chOff x="0" y="0"/>
          <a:chExt cx="0" cy="0"/>
        </a:xfrm>
      </p:grpSpPr>
      <p:sp>
        <p:nvSpPr>
          <p:cNvPr id="2" name="Freeform 2"/>
          <p:cNvSpPr>
            <a:extLst>
              <a:ext uri="smNativeData">
                <pr:smNativeData xmlns:pr="smNativeData" xmlns="smNativeData" val="SMDATA_15_OmKRaRMAAAAlAAAACwAAAA0AAAAAsC0AAMjs//+ynwAAW2kAAAAAAAAAAAAAAAAAAAEAAABQAAAAAAAAAAAA4D8AAAAAAADgPwAAAAAAAOA/AAAAAAAA4D8AAAAAAADgPwAAAAAAAOA/AAAAAAAA4D8AAAAAAADgPwAAAAAAAOA/AAAAAAAA4D8CAAAAjAAAAAEAAAACAAAA////AP///wgAAAAAAAAAAMYu/ScSWJFFr9esicNXx5M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F8AYAAeAAAAaAAAAAAAAACu/P//6P3//wAAAAAAAAAAECcAABAnAAAAAAAAAAAAAAAAAAAAWg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sC0AAMjs//+ynwAAW2kAABAAAAAmAAAACAAAAP//////////"/>
              </a:ext>
            </a:extLst>
          </p:cNvSpPr>
          <p:nvPr/>
        </p:nvSpPr>
        <p:spPr>
          <a:xfrm rot="19779531">
            <a:off x="7426960" y="-3124200"/>
            <a:ext cx="18533110" cy="20250785"/>
          </a:xfrm>
          <a:custGeom>
            <a:avLst/>
            <a:gdLst/>
            <a:ahLst/>
            <a:cxnLst/>
            <a:rect l="0" t="0" r="18533110" b="20250785"/>
            <a:pathLst>
              <a:path w="18533110" h="20250785">
                <a:moveTo>
                  <a:pt x="0" y="0"/>
                </a:moveTo>
                <a:lnTo>
                  <a:pt x="18533109" y="0"/>
                </a:lnTo>
                <a:lnTo>
                  <a:pt x="18533109" y="20250785"/>
                </a:lnTo>
                <a:lnTo>
                  <a:pt x="0" y="20250785"/>
                </a:lnTo>
                <a:lnTo>
                  <a:pt x="0" y="0"/>
                </a:lnTo>
                <a:close/>
              </a:path>
            </a:pathLst>
          </a:custGeom>
          <a:blipFill>
            <a:blip r:embed="rId2">
              <a:extLst>
                <a:ext uri="{96DAC541-7B7A-43D3-8B79-37D633B846F1}">
                  <asvg:svgBlip xmlns:asvg="http://schemas.microsoft.com/office/drawing/2016/SVG/main" r:embed="rId3"/>
                </a:ext>
              </a:extLst>
              <a:alphaModFix amt="10000"/>
            </a:blip>
            <a:srcRect/>
            <a:stretch>
              <a:fillRect l="-8500" t="-5360" r="0" b="0"/>
            </a:stretch>
          </a:blipFill>
          <a:ln>
            <a:noFill/>
          </a:ln>
          <a:effectLst/>
        </p:spPr>
      </p:sp>
      <p:sp>
        <p:nvSpPr>
          <p:cNvPr id="3" name="Freeform 15"/>
          <p:cNvSpPr>
            <a:extLst>
              <a:ext uri="smNativeData">
                <pr:smNativeData xmlns:pr="smNativeData" xmlns="smNativeData" val="SMDATA_15_OmKRaRMAAAAlAAAACwAAAA0AAAAAuEcAALQPAAD5awAAdToAAAAAAAAAAAAAAAAAAAEAAABQAAAAAAAAAAAA4D8AAAAAAADgPwAAAAAAAOA/AAAAAAAA4D8AAAAAAADgPwAAAAAAAOA/AAAAAAAA4D8AAAAAAADgPwAAAAAAAOA/AAAAAAAA4D8CAAAAjAAAAAEAAAACAAAA////AP///wgAAAAAAAAAAB7w97cFkv9DmYooUbTnnM4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uEcAALQPAAD5awAAdToAABAAAAAmAAAACAAAAP//////////"/>
              </a:ext>
            </a:extLst>
          </p:cNvSpPr>
          <p:nvPr/>
        </p:nvSpPr>
        <p:spPr>
          <a:xfrm>
            <a:off x="11658600" y="2552700"/>
            <a:ext cx="5893435" cy="6950075"/>
          </a:xfrm>
          <a:custGeom>
            <a:avLst/>
            <a:gdLst/>
            <a:ahLst/>
            <a:cxnLst/>
            <a:rect l="0" t="0" r="5893435" b="6950075"/>
            <a:pathLst>
              <a:path w="5893435" h="6950075">
                <a:moveTo>
                  <a:pt x="0" y="0"/>
                </a:moveTo>
                <a:lnTo>
                  <a:pt x="5893435" y="0"/>
                </a:lnTo>
                <a:lnTo>
                  <a:pt x="5893435" y="6950075"/>
                </a:lnTo>
                <a:lnTo>
                  <a:pt x="0" y="6950075"/>
                </a:lnTo>
                <a:lnTo>
                  <a:pt x="0" y="0"/>
                </a:lnTo>
                <a:close/>
              </a:path>
            </a:pathLst>
          </a:custGeom>
          <a:blipFill>
            <a:blip r:embed="rId4">
              <a:extLst>
                <a:ext uri="{96DAC541-7B7A-43D3-8B79-37D633B846F1}">
                  <asvg:svgBlip xmlns:asvg="http://schemas.microsoft.com/office/drawing/2016/SVG/main" r:embed="rId5"/>
                </a:ext>
              </a:extLst>
            </a:blip>
            <a:srcRect/>
            <a:stretch/>
          </a:blipFill>
          <a:ln>
            <a:noFill/>
          </a:ln>
          <a:effectLst/>
        </p:spPr>
      </p:sp>
      <p:sp>
        <p:nvSpPr>
          <p:cNvPr id="4" name="Freeform 16"/>
          <p:cNvSpPr>
            <a:extLst>
              <a:ext uri="smNativeData">
                <pr:smNativeData xmlns:pr="smNativeData" xmlns="smNativeData" val="SMDATA_15_OmKRaRMAAAAlAAAACwAAAA0AAAAAgPj///QaAAD/EgAANCgAAAAAAAAAAAAAAAAAAAEAAABQAAAAAAAAAAAA4D8AAAAAAADgPwAAAAAAAOA/AAAAAAAA4D8AAAAAAADgPwAAAAAAAOA/AAAAAAAA4D8AAAAAAADgPwAAAAAAAOA/AAAAAAAA4D8CAAAAjAAAAAEAAAACAAAA////AP///wgAAAAAAAAAAGyLSiFG6v9NjGV19E/x8s0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gPj///QaAAD/EgAANCgAABAAAAAmAAAACAAAAP//////////"/>
              </a:ext>
            </a:extLst>
          </p:cNvSpPr>
          <p:nvPr/>
        </p:nvSpPr>
        <p:spPr>
          <a:xfrm>
            <a:off x="-1219200" y="4381500"/>
            <a:ext cx="4307205" cy="2153920"/>
          </a:xfrm>
          <a:custGeom>
            <a:avLst/>
            <a:gdLst/>
            <a:ahLst/>
            <a:cxnLst/>
            <a:rect l="0" t="0" r="4307205" b="2153920"/>
            <a:pathLst>
              <a:path w="4307205" h="2153920">
                <a:moveTo>
                  <a:pt x="0" y="0"/>
                </a:moveTo>
                <a:lnTo>
                  <a:pt x="4307205" y="0"/>
                </a:lnTo>
                <a:lnTo>
                  <a:pt x="4307205" y="2153920"/>
                </a:lnTo>
                <a:lnTo>
                  <a:pt x="0" y="2153920"/>
                </a:lnTo>
                <a:lnTo>
                  <a:pt x="0" y="0"/>
                </a:lnTo>
                <a:close/>
              </a:path>
            </a:pathLst>
          </a:custGeom>
          <a:blipFill>
            <a:blip r:embed="rId6">
              <a:extLst>
                <a:ext uri="{96DAC541-7B7A-43D3-8B79-37D633B846F1}">
                  <asvg:svgBlip xmlns:asvg="http://schemas.microsoft.com/office/drawing/2016/SVG/main" r:embed="rId7"/>
                </a:ext>
              </a:extLst>
            </a:blip>
            <a:srcRect/>
            <a:stretch/>
          </a:blipFill>
          <a:ln>
            <a:noFill/>
          </a:ln>
          <a:effectLst/>
        </p:spPr>
        <p:txBody>
          <a:bodyPr vert="horz" wrap="square" lIns="-1219200" tIns="4381500" rIns="3088005" bIns="6535420" numCol="1" spcCol="215900" anchor="t"/>
          <a:lstStyle/>
          <a:p>
            <a:pPr>
              <a:defRPr lang="en-us"/>
            </a:pPr>
            <a:endParaRPr lang="en-in" cap="none"/>
          </a:p>
        </p:txBody>
      </p:sp>
      <p:sp>
        <p:nvSpPr>
          <p:cNvPr id="5" name="TextBox 17"/>
          <p:cNvSpPr>
            <a:extLst>
              <a:ext uri="smNativeData">
                <pr:smNativeData xmlns:pr="smNativeData" xmlns="smNativeData" val="SMDATA_15_OmKRaRMAAAAlAAAAZAAAAE0AAAAAAAAAAAAAAAAAAAAAA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4woAADcJAADQPgAAjhgAABAgAAAmAAAACAAAAP//////////"/>
              </a:ext>
            </a:extLst>
          </p:cNvSpPr>
          <p:nvPr/>
        </p:nvSpPr>
        <p:spPr>
          <a:xfrm>
            <a:off x="1769745" y="1497965"/>
            <a:ext cx="8441055" cy="2493645"/>
          </a:xfrm>
          <a:prstGeom prst="rect">
            <a:avLst/>
          </a:prstGeom>
          <a:noFill/>
          <a:ln>
            <a:noFill/>
          </a:ln>
          <a:effectLst/>
        </p:spPr>
        <p:txBody>
          <a:bodyPr vert="horz" wrap="square" lIns="0" tIns="0" rIns="0" bIns="0" numCol="1" spcCol="215900" anchor="t"/>
          <a:lstStyle/>
          <a:p>
            <a:pPr algn="l">
              <a:lnSpc>
                <a:spcPts val="9630"/>
              </a:lnSpc>
              <a:defRPr lang="en-us"/>
            </a:pPr>
            <a:r>
              <a:rPr lang="en-us" sz="11500" cap="none">
                <a:solidFill>
                  <a:srgbClr val="CA5E28"/>
                </a:solidFill>
                <a:latin typeface="Aileron Heavy" pitchFamily="0" charset="0"/>
                <a:ea typeface="Calibri" pitchFamily="2" charset="0"/>
                <a:cs typeface="Calibri" pitchFamily="2" charset="0"/>
              </a:rPr>
              <a:t>Problem Statement</a:t>
            </a:r>
            <a:endParaRPr lang="en-us" sz="11500" cap="none">
              <a:solidFill>
                <a:srgbClr val="CA5E28"/>
              </a:solidFill>
              <a:latin typeface="Aileron Heavy" pitchFamily="0" charset="0"/>
              <a:ea typeface="Calibri" pitchFamily="2" charset="0"/>
              <a:cs typeface="Calibri" pitchFamily="2" charset="0"/>
            </a:endParaRPr>
          </a:p>
        </p:txBody>
      </p:sp>
      <p:sp>
        <p:nvSpPr>
          <p:cNvPr id="6" name="TextBox 25"/>
          <p:cNvSpPr>
            <a:extLst>
              <a:ext uri="smNativeData">
                <pr:smNativeData xmlns:pr="smNativeData" xmlns="smNativeData" val="SMDATA_15_OmKRaRMAAAAlAAAAZAAAAE0AAAAAAAAAAAAAAAAAAAAAA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MAwAANEdAAAIQwAAUjgAABAgAAAmAAAACAAAAP//////////"/>
              </a:ext>
            </a:extLst>
          </p:cNvSpPr>
          <p:nvPr/>
        </p:nvSpPr>
        <p:spPr>
          <a:xfrm>
            <a:off x="1981200" y="4846955"/>
            <a:ext cx="8915400" cy="4308475"/>
          </a:xfrm>
          <a:prstGeom prst="rect">
            <a:avLst/>
          </a:prstGeom>
          <a:noFill/>
          <a:ln>
            <a:noFill/>
          </a:ln>
          <a:effectLst/>
        </p:spPr>
        <p:txBody>
          <a:bodyPr vert="horz" wrap="square" lIns="0" tIns="0" rIns="0" bIns="0" numCol="1" spcCol="215900" anchor="t"/>
          <a:lstStyle/>
          <a:p>
            <a:pPr algn="l">
              <a:defRPr lang="en-us"/>
            </a:pPr>
            <a:r>
              <a:rPr lang="en-us" sz="4000" cap="none"/>
              <a:t>Without analyzing the competition, it is difficult for a business to survive. You are tasked to analyze the competition for the management to provide better results. This data set has information on the market capitalization of the top 500 companies in India.</a:t>
            </a:r>
            <a:endParaRPr lang="en-us" sz="4000" cap="none">
              <a:solidFill>
                <a:srgbClr val="3C3C3C"/>
              </a:solidFill>
              <a:latin typeface="Aileron" pitchFamily="0" charset="0"/>
              <a:ea typeface="Calibri" pitchFamily="2" charset="0"/>
              <a:cs typeface="Calibri" pitchFamily="2" charset="0"/>
            </a:endParaRPr>
          </a:p>
        </p:txBody>
      </p:sp>
    </p:spTree>
  </p:cSld>
  <p:clrMapOvr>
    <a:masterClrMapping/>
  </p:clrMapOvr>
  <p:timing>
    <p:tnLst>
      <p:par>
        <p:cTn id="1" dur="indefinite" restart="never" nodeType="tmRoot"/>
      </p:par>
    </p:tnLst>
  </p:timing>
</p:sld>
</file>

<file path=ppt/slides/slide3.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bg>
      <p:bgPr>
        <a:solidFill>
          <a:srgbClr val="F8F3F0"/>
        </a:solidFill>
        <a:effectLst/>
      </p:bgPr>
    </p:bg>
    <p:spTree>
      <p:nvGrpSpPr>
        <p:cNvPr id="1" name=""/>
        <p:cNvGrpSpPr/>
        <p:nvPr/>
      </p:nvGrpSpPr>
      <p:grpSpPr>
        <a:xfrm>
          <a:off x="0" y="0"/>
          <a:ext cx="0" cy="0"/>
          <a:chOff x="0" y="0"/>
          <a:chExt cx="0" cy="0"/>
        </a:xfrm>
      </p:grpSpPr>
      <p:sp>
        <p:nvSpPr>
          <p:cNvPr id="2" name="Freeform 2"/>
          <p:cNvSpPr>
            <a:extLst>
              <a:ext uri="smNativeData">
                <pr:smNativeData xmlns:pr="smNativeData" xmlns="smNativeData" val="SMDATA_15_OmKRaRMAAAAlAAAACwAAAA0AAAAAE9n//yT1///5QAAA3nQAAAAAAAAAAAAAAAAAAAEAAABQAAAAAAAAAAAA4D8AAAAAAADgPwAAAAAAAOA/AAAAAAAA4D8AAAAAAADgPwAAAAAAAOA/AAAAAAAA4D8AAAAAAADgPwAAAAAAAOA/AAAAAAAA4D8CAAAAjAAAAAEAAAACAAAA////AP///wgAAAAAAAAAAMYu/ScSWJFFr9esicNXx5M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F8AYAAeAAAAaAAAAAAAAAAAAAAA7P7//434//8AAAAAECcAABAnAAAAAAAAAAAAAAAAAAAAWg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E9n//yT1///5QAAA3nQAABAAAAAmAAAACAAAAP//////////"/>
              </a:ext>
            </a:extLst>
          </p:cNvSpPr>
          <p:nvPr/>
        </p:nvSpPr>
        <p:spPr>
          <a:xfrm rot="19779531">
            <a:off x="-6327775" y="-1765300"/>
            <a:ext cx="16889730" cy="20763230"/>
          </a:xfrm>
          <a:custGeom>
            <a:avLst/>
            <a:gdLst/>
            <a:ahLst/>
            <a:cxnLst/>
            <a:rect l="0" t="0" r="16889730" b="20763230"/>
            <a:pathLst>
              <a:path w="16889730" h="20763230">
                <a:moveTo>
                  <a:pt x="0" y="0"/>
                </a:moveTo>
                <a:lnTo>
                  <a:pt x="16889730" y="0"/>
                </a:lnTo>
                <a:lnTo>
                  <a:pt x="16889730" y="20763230"/>
                </a:lnTo>
                <a:lnTo>
                  <a:pt x="0" y="20763230"/>
                </a:lnTo>
                <a:lnTo>
                  <a:pt x="0" y="0"/>
                </a:lnTo>
                <a:close/>
              </a:path>
            </a:pathLst>
          </a:custGeom>
          <a:blipFill>
            <a:blip r:embed="rId2">
              <a:extLst>
                <a:ext uri="{96DAC541-7B7A-43D3-8B79-37D633B846F1}">
                  <asvg:svgBlip xmlns:asvg="http://schemas.microsoft.com/office/drawing/2016/SVG/main" r:embed="rId3"/>
                </a:ext>
              </a:extLst>
              <a:alphaModFix amt="10000"/>
            </a:blip>
            <a:srcRect/>
            <a:stretch>
              <a:fillRect l="0" t="-2760" r="-19070" b="0"/>
            </a:stretch>
          </a:blipFill>
          <a:ln>
            <a:noFill/>
          </a:ln>
          <a:effectLst/>
        </p:spPr>
      </p:sp>
      <p:sp>
        <p:nvSpPr>
          <p:cNvPr id="3" name="Freeform 4"/>
          <p:cNvSpPr>
            <a:extLst>
              <a:ext uri="smNativeData">
                <pr:smNativeData xmlns:pr="smNativeData" xmlns="smNativeData" val="SMDATA_15_OmKRaRMAAAAlAAAACwAAAA0AAAAAOWkAAPACAADHdwAAQCcAAAAAAAAAAAAAAAAAAAEAAABQAAAAAAAAAAAA4D8AAAAAAADgPwAAAAAAAOA/AAAAAAAA4D8AAAAAAADgPwAAAAAAAOA/AAAAAAAA4D8AAAAAAADgPwAAAAAAAOA/AAAAAAAA4D8CAAAAjAAAAAEAAAACAAAA////AP///wgAAAAAAAAAAA8caA5+pehAjyAzfX765qQ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OWkAAPACAADHdwAAQCcAABAAAAAmAAAACAAAAP//////////"/>
              </a:ext>
            </a:extLst>
          </p:cNvSpPr>
          <p:nvPr/>
        </p:nvSpPr>
        <p:spPr>
          <a:xfrm rot="5400000">
            <a:off x="15336520" y="2245995"/>
            <a:ext cx="5902960" cy="2366010"/>
          </a:xfrm>
          <a:custGeom>
            <a:avLst/>
            <a:gdLst/>
            <a:ahLst/>
            <a:cxnLst/>
            <a:rect l="0" t="0" r="5902960" b="2366010"/>
            <a:pathLst>
              <a:path w="5902960" h="2366010">
                <a:moveTo>
                  <a:pt x="0" y="0"/>
                </a:moveTo>
                <a:lnTo>
                  <a:pt x="5902962" y="0"/>
                </a:lnTo>
                <a:lnTo>
                  <a:pt x="5902962" y="2366010"/>
                </a:lnTo>
                <a:lnTo>
                  <a:pt x="0" y="2366010"/>
                </a:lnTo>
                <a:lnTo>
                  <a:pt x="0" y="0"/>
                </a:lnTo>
                <a:close/>
              </a:path>
            </a:pathLst>
          </a:custGeom>
          <a:blipFill>
            <a:blip r:embed="rId4">
              <a:extLst>
                <a:ext uri="{96DAC541-7B7A-43D3-8B79-37D633B846F1}">
                  <asvg:svgBlip xmlns:asvg="http://schemas.microsoft.com/office/drawing/2016/SVG/main" r:embed="rId5"/>
                </a:ext>
              </a:extLst>
            </a:blip>
            <a:srcRect/>
            <a:stretch/>
          </a:blipFill>
          <a:ln>
            <a:noFill/>
          </a:ln>
          <a:effectLst/>
        </p:spPr>
      </p:sp>
      <p:sp>
        <p:nvSpPr>
          <p:cNvPr id="4" name="TextBox 5"/>
          <p:cNvSpPr>
            <a:extLst>
              <a:ext uri="smNativeData">
                <pr:smNativeData xmlns:pr="smNativeData" xmlns="smNativeData" val="SMDATA_15_OmKRaRMAAAAlAAAAZAAAAE0AAAAAAAAAAAAAAAAAAAAAA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wsAAPkGAACAQwAAUBYAABAgAAAmAAAACAAAAP//////////"/>
              </a:ext>
            </a:extLst>
          </p:cNvSpPr>
          <p:nvPr/>
        </p:nvSpPr>
        <p:spPr>
          <a:xfrm>
            <a:off x="1950085" y="1133475"/>
            <a:ext cx="9022715" cy="2493645"/>
          </a:xfrm>
          <a:prstGeom prst="rect">
            <a:avLst/>
          </a:prstGeom>
          <a:noFill/>
          <a:ln>
            <a:noFill/>
          </a:ln>
          <a:effectLst/>
        </p:spPr>
        <p:txBody>
          <a:bodyPr vert="horz" wrap="square" lIns="0" tIns="0" rIns="0" bIns="0" numCol="1" spcCol="215900" anchor="t"/>
          <a:lstStyle/>
          <a:p>
            <a:pPr algn="l">
              <a:lnSpc>
                <a:spcPts val="9630"/>
              </a:lnSpc>
              <a:defRPr lang="en-us"/>
            </a:pPr>
            <a:r>
              <a:rPr lang="en-us" sz="11500" cap="none">
                <a:solidFill>
                  <a:srgbClr val="CA5E28"/>
                </a:solidFill>
                <a:latin typeface="Aileron Heavy" pitchFamily="0" charset="0"/>
                <a:ea typeface="Calibri" pitchFamily="2" charset="0"/>
                <a:cs typeface="Calibri" pitchFamily="2" charset="0"/>
              </a:rPr>
              <a:t>Data Preparation</a:t>
            </a:r>
            <a:endParaRPr lang="en-us" sz="11500" cap="none">
              <a:solidFill>
                <a:srgbClr val="CA5E28"/>
              </a:solidFill>
              <a:latin typeface="Aileron Heavy" pitchFamily="0" charset="0"/>
              <a:ea typeface="Calibri" pitchFamily="2" charset="0"/>
              <a:cs typeface="Calibri" pitchFamily="2" charset="0"/>
            </a:endParaRPr>
          </a:p>
        </p:txBody>
      </p:sp>
      <p:sp>
        <p:nvSpPr>
          <p:cNvPr id="5" name="TextBox 6"/>
          <p:cNvSpPr>
            <a:extLst>
              <a:ext uri="smNativeData">
                <pr:smNativeData xmlns:pr="smNativeData" xmlns="smNativeData" val="SMDATA_15_OmKRaRMAAAAlAAAAZAAAAE0AAAAAAAAAAAAAAAAAAAAAA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YhYAAGsZAABYXwAAhjUAABAgAAAmAAAACAAAAP//////////"/>
              </a:ext>
            </a:extLst>
          </p:cNvSpPr>
          <p:nvPr/>
        </p:nvSpPr>
        <p:spPr>
          <a:xfrm>
            <a:off x="3638550" y="4131945"/>
            <a:ext cx="11860530" cy="4568825"/>
          </a:xfrm>
          <a:prstGeom prst="rect">
            <a:avLst/>
          </a:prstGeom>
          <a:noFill/>
          <a:ln>
            <a:noFill/>
          </a:ln>
          <a:effectLst/>
        </p:spPr>
        <p:txBody>
          <a:bodyPr vert="horz" wrap="square" lIns="0" tIns="0" rIns="0" bIns="0" numCol="1" spcCol="215900" anchor="t"/>
          <a:lstStyle/>
          <a:p>
            <a:pPr algn="l">
              <a:lnSpc>
                <a:spcPct val="150000"/>
              </a:lnSpc>
              <a:defRPr lang="en-us"/>
            </a:pPr>
            <a:r>
              <a:rPr lang="en-us" sz="2000" cap="none"/>
              <a:t>1. DATA IMPORT: Gathered data from UNIFIED MENTOR and imported it into Power BI for data transformation.</a:t>
            </a:r>
            <a:endParaRPr lang="en-us" sz="2000" cap="none"/>
          </a:p>
          <a:p>
            <a:pPr algn="l">
              <a:lnSpc>
                <a:spcPct val="150000"/>
              </a:lnSpc>
              <a:defRPr lang="en-us"/>
            </a:pPr>
            <a:endParaRPr lang="en-us" sz="2000" cap="none"/>
          </a:p>
          <a:p>
            <a:pPr algn="l">
              <a:lnSpc>
                <a:spcPct val="150000"/>
              </a:lnSpc>
              <a:defRPr lang="en-us"/>
            </a:pPr>
            <a:r>
              <a:rPr lang="en-us" sz="2000" cap="none"/>
              <a:t>2. DATA TRANSFORMATION: Used Power Query to clean the data, removed nulls and duplicates, and Changed the data types.</a:t>
            </a:r>
            <a:endParaRPr lang="en-us" sz="2000" cap="none"/>
          </a:p>
          <a:p>
            <a:pPr algn="l">
              <a:lnSpc>
                <a:spcPct val="150000"/>
              </a:lnSpc>
              <a:defRPr lang="en-us"/>
            </a:pPr>
            <a:endParaRPr lang="en-us" sz="2000" cap="none"/>
          </a:p>
          <a:p>
            <a:pPr algn="l">
              <a:lnSpc>
                <a:spcPct val="150000"/>
              </a:lnSpc>
              <a:defRPr lang="en-us"/>
            </a:pPr>
            <a:r>
              <a:rPr lang="en-us" sz="2000" cap="none"/>
              <a:t>3. DATA IMPLEMENTATION: I used different DAX functions to create calculated measures and columns, further refining the data for deeper insights.</a:t>
            </a:r>
            <a:endParaRPr lang="en-us" sz="2000" cap="none"/>
          </a:p>
          <a:p>
            <a:pPr algn="l">
              <a:lnSpc>
                <a:spcPct val="150000"/>
              </a:lnSpc>
              <a:defRPr lang="en-us"/>
            </a:pPr>
            <a:endParaRPr lang="en-us" sz="2000" cap="none"/>
          </a:p>
          <a:p>
            <a:pPr algn="l">
              <a:lnSpc>
                <a:spcPct val="150000"/>
              </a:lnSpc>
              <a:defRPr lang="en-us"/>
            </a:pPr>
            <a:r>
              <a:rPr lang="en-us" sz="2000" cap="none"/>
              <a:t>4. DASHBOARD CREATION: Created a user-friendly dashboard that helps the organization make important decisions.</a:t>
            </a:r>
            <a:endParaRPr lang="en-us" sz="2000" cap="none"/>
          </a:p>
        </p:txBody>
      </p:sp>
      <p:sp>
        <p:nvSpPr>
          <p:cNvPr id="6" name="Freeform 7"/>
          <p:cNvSpPr>
            <a:extLst>
              <a:ext uri="smNativeData">
                <pr:smNativeData xmlns:pr="smNativeData" xmlns="smNativeData" val="SMDATA_15_OmKRaRMAAAAlAAAACwAAAA0AAAAAEv3//4kjAABSCgAACT4AAAAAAAAAAAAAAAAAAAEAAABQAAAAAAAAAAAA4D8AAAAAAADgPwAAAAAAAOA/AAAAAAAA4D8AAAAAAADgPwAAAAAAAOA/AAAAAAAA4D8AAAAAAADgPwAAAAAAAOA/AAAAAAAA4D8CAAAAjAAAAAEAAAACAAAA////AP///wgAAAAAAAAAAOmDCpR+yhlGlsMAEQTv+TE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D1qXI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Ev3//4kjAABSCgAACT4AABAAAAAmAAAACAAAAP//////////"/>
              </a:ext>
            </a:extLst>
          </p:cNvSpPr>
          <p:nvPr/>
        </p:nvSpPr>
        <p:spPr>
          <a:xfrm rot="5400000">
            <a:off x="-1553210" y="6853555"/>
            <a:ext cx="4307840" cy="2153920"/>
          </a:xfrm>
          <a:custGeom>
            <a:avLst/>
            <a:gdLst/>
            <a:ahLst/>
            <a:cxnLst/>
            <a:rect l="0" t="0" r="4307840" b="2153920"/>
            <a:pathLst>
              <a:path w="4307840" h="2153920">
                <a:moveTo>
                  <a:pt x="0" y="0"/>
                </a:moveTo>
                <a:lnTo>
                  <a:pt x="4307840" y="0"/>
                </a:lnTo>
                <a:lnTo>
                  <a:pt x="4307840" y="2153920"/>
                </a:lnTo>
                <a:lnTo>
                  <a:pt x="0" y="2153920"/>
                </a:lnTo>
                <a:lnTo>
                  <a:pt x="0" y="0"/>
                </a:lnTo>
                <a:close/>
              </a:path>
            </a:pathLst>
          </a:custGeom>
          <a:blipFill>
            <a:blip r:embed="rId6">
              <a:extLst>
                <a:ext uri="{96DAC541-7B7A-43D3-8B79-37D633B846F1}">
                  <asvg:svgBlip xmlns:asvg="http://schemas.microsoft.com/office/drawing/2016/SVG/main" r:embed="rId7"/>
                </a:ext>
              </a:extLst>
            </a:blip>
            <a:srcRect/>
            <a:stretch/>
          </a:blipFill>
          <a:ln>
            <a:noFill/>
          </a:ln>
          <a:effectLst/>
        </p:spPr>
      </p:sp>
    </p:spTree>
  </p:cSld>
  <p:clrMapOvr>
    <a:masterClrMapping/>
  </p:clrMapOvr>
  <p:timing>
    <p:tnLst>
      <p:par>
        <p:cTn id="1" dur="indefinite" restart="never" nodeType="tmRoot"/>
      </p:par>
    </p:tnLst>
  </p:timing>
</p:sld>
</file>

<file path=ppt/slides/slide4.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bg>
      <p:bgPr>
        <a:solidFill>
          <a:srgbClr val="F8F3F0"/>
        </a:solidFill>
        <a:effectLst/>
      </p:bgPr>
    </p:bg>
    <p:spTree>
      <p:nvGrpSpPr>
        <p:cNvPr id="1" name=""/>
        <p:cNvGrpSpPr/>
        <p:nvPr/>
      </p:nvGrpSpPr>
      <p:grpSpPr>
        <a:xfrm>
          <a:off x="0" y="0"/>
          <a:ext cx="0" cy="0"/>
          <a:chOff x="0" y="0"/>
          <a:chExt cx="0" cy="0"/>
        </a:xfrm>
      </p:grpSpPr>
      <p:sp>
        <p:nvSpPr>
          <p:cNvPr id="2" name="Freeform 3"/>
          <p:cNvSpPr>
            <a:extLst>
              <a:ext uri="smNativeData">
                <pr:smNativeData xmlns:pr="smNativeData" xmlns="smNativeData" val="SMDATA_15_OmKRaRMAAAAlAAAACwAAAA0AAAAAnzYAAAPp///MrAAAeWYAAAAAAAAAAAAAAAAAAAEAAABQAAAAAAAAAAAA4D8AAAAAAADgPwAAAAAAAOA/AAAAAAAA4D8AAAAAAADgPwAAAAAAAOA/AAAAAAAA4D8AAAAAAADgPwAAAAAAAOA/AAAAAAAA4D8CAAAAjAAAAAEAAAACAAAA////AP///wgAAAAAAAAAAMYu/ScSWJFFr9esicNXx5M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iPl8EeAAAAaAAAAAAAAAAs/v//Mv7//wAAAAAAAAAAECcAABAnAAAAAAAAAAAAAAAAAAAAWg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nzYAAAPp///MrAAAeWYAABAAAAAmAAAACAAAAP//////////"/>
              </a:ext>
            </a:extLst>
          </p:cNvSpPr>
          <p:nvPr/>
        </p:nvSpPr>
        <p:spPr>
          <a:xfrm rot="19779531">
            <a:off x="8879205" y="-3736975"/>
            <a:ext cx="19210655" cy="20394930"/>
          </a:xfrm>
          <a:custGeom>
            <a:avLst/>
            <a:gdLst/>
            <a:ahLst/>
            <a:cxnLst/>
            <a:rect l="0" t="0" r="19210655" b="20394930"/>
            <a:pathLst>
              <a:path w="19210655" h="20394930">
                <a:moveTo>
                  <a:pt x="0" y="0"/>
                </a:moveTo>
                <a:lnTo>
                  <a:pt x="19210655" y="0"/>
                </a:lnTo>
                <a:lnTo>
                  <a:pt x="19210655" y="20394930"/>
                </a:lnTo>
                <a:lnTo>
                  <a:pt x="0" y="20394930"/>
                </a:lnTo>
                <a:lnTo>
                  <a:pt x="0" y="0"/>
                </a:lnTo>
                <a:close/>
              </a:path>
            </a:pathLst>
          </a:custGeom>
          <a:blipFill>
            <a:blip r:embed="rId2">
              <a:extLst>
                <a:ext uri="{96DAC541-7B7A-43D3-8B79-37D633B846F1}">
                  <asvg:svgBlip xmlns:asvg="http://schemas.microsoft.com/office/drawing/2016/SVG/main" r:embed="rId3"/>
                </a:ext>
              </a:extLst>
              <a:alphaModFix amt="10000"/>
            </a:blip>
            <a:srcRect/>
            <a:stretch>
              <a:fillRect l="-4680" t="-4620" r="0" b="0"/>
            </a:stretch>
          </a:blipFill>
          <a:ln>
            <a:noFill/>
          </a:ln>
          <a:effectLst/>
        </p:spPr>
      </p:sp>
      <p:sp>
        <p:nvSpPr>
          <p:cNvPr id="3" name="Freeform 6"/>
          <p:cNvSpPr>
            <a:extLst>
              <a:ext uri="smNativeData">
                <pr:smNativeData xmlns:pr="smNativeData" xmlns="smNativeData" val="SMDATA_15_OmKRaRMAAAAlAAAACwAAAA0AAAAAewYAADv///9lEgAAyQsAAAAAAAAAAAAAAAAAAAEAAABQAAAAAAAAAAAA4D8AAAAAAADgPwAAAAAAAOA/AAAAAAAA4D8AAAAAAADgPwAAAAAAAOA/AAAAAAAA4D8AAAAAAADgPwAAAAAAAOA/AAAAAAAA4D8CAAAAjAAAAAEAAAACAAAA////AP///wgAAAAAAAAAAPXYFovX7KlFs2qvrr316PE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CJ8eJ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ewYAADv///9lEgAAyQsAABAAAAAmAAAACAAAAP//////////"/>
              </a:ext>
            </a:extLst>
          </p:cNvSpPr>
          <p:nvPr/>
        </p:nvSpPr>
        <p:spPr>
          <a:xfrm rot="5400000">
            <a:off x="1001395" y="-73025"/>
            <a:ext cx="2040890" cy="1936750"/>
          </a:xfrm>
          <a:custGeom>
            <a:avLst/>
            <a:gdLst/>
            <a:ahLst/>
            <a:cxnLst/>
            <a:rect l="0" t="0" r="2040890" b="1936750"/>
            <a:pathLst>
              <a:path w="2040890" h="1936750">
                <a:moveTo>
                  <a:pt x="0" y="0"/>
                </a:moveTo>
                <a:lnTo>
                  <a:pt x="2040890" y="0"/>
                </a:lnTo>
                <a:lnTo>
                  <a:pt x="2040890" y="1936750"/>
                </a:lnTo>
                <a:lnTo>
                  <a:pt x="0" y="1936750"/>
                </a:lnTo>
                <a:lnTo>
                  <a:pt x="0" y="0"/>
                </a:lnTo>
                <a:close/>
              </a:path>
            </a:pathLst>
          </a:custGeom>
          <a:blipFill>
            <a:blip r:embed="rId4">
              <a:extLst>
                <a:ext uri="{96DAC541-7B7A-43D3-8B79-37D633B846F1}">
                  <asvg:svgBlip xmlns:asvg="http://schemas.microsoft.com/office/drawing/2016/SVG/main" r:embed="rId5"/>
                </a:ext>
              </a:extLst>
            </a:blip>
            <a:srcRect/>
            <a:stretch/>
          </a:blipFill>
          <a:ln>
            <a:noFill/>
          </a:ln>
          <a:effectLst/>
        </p:spPr>
      </p:sp>
      <p:sp>
        <p:nvSpPr>
          <p:cNvPr id="4" name="Freeform 7"/>
          <p:cNvSpPr>
            <a:extLst>
              <a:ext uri="smNativeData">
                <pr:smNativeData xmlns:pr="smNativeData" xmlns="smNativeData" val="SMDATA_15_OmKRaRMAAAAlAAAACwAAAA0AAAAALlsAAGIUAACtdQAAoiEAAAAAAAAAAAAAAAAAAAEAAABQAAAAAAAAAAAA4D8AAAAAAADgPwAAAAAAAOA/AAAAAAAA4D8AAAAAAADgPwAAAAAAAOA/AAAAAAAA4D8AAAAAAADgPwAAAAAAAOA/AAAAAAAA4D8CAAAAjAAAAAEAAAACAAAA////AP///wgAAAAAAAAAAGyLSiFG6v9NjGV19E/x8s0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LlsAAGIUAACtdQAAoiEAABAAAAAmAAAACAAAAP//////////"/>
              </a:ext>
            </a:extLst>
          </p:cNvSpPr>
          <p:nvPr/>
        </p:nvSpPr>
        <p:spPr>
          <a:xfrm>
            <a:off x="14822170" y="3313430"/>
            <a:ext cx="4307205" cy="2153920"/>
          </a:xfrm>
          <a:custGeom>
            <a:avLst/>
            <a:gdLst/>
            <a:ahLst/>
            <a:cxnLst/>
            <a:rect l="0" t="0" r="4307205" b="2153920"/>
            <a:pathLst>
              <a:path w="4307205" h="2153920">
                <a:moveTo>
                  <a:pt x="0" y="0"/>
                </a:moveTo>
                <a:lnTo>
                  <a:pt x="4307205" y="0"/>
                </a:lnTo>
                <a:lnTo>
                  <a:pt x="4307205" y="2153920"/>
                </a:lnTo>
                <a:lnTo>
                  <a:pt x="0" y="2153920"/>
                </a:lnTo>
                <a:lnTo>
                  <a:pt x="0" y="0"/>
                </a:lnTo>
                <a:close/>
              </a:path>
            </a:pathLst>
          </a:custGeom>
          <a:blipFill>
            <a:blip r:embed="rId6">
              <a:extLst>
                <a:ext uri="{96DAC541-7B7A-43D3-8B79-37D633B846F1}">
                  <asvg:svgBlip xmlns:asvg="http://schemas.microsoft.com/office/drawing/2016/SVG/main" r:embed="rId7"/>
                </a:ext>
              </a:extLst>
            </a:blip>
            <a:srcRect/>
            <a:stretch/>
          </a:blipFill>
          <a:ln>
            <a:noFill/>
          </a:ln>
          <a:effectLst/>
        </p:spPr>
      </p:sp>
      <p:sp>
        <p:nvSpPr>
          <p:cNvPr id="5" name="TextBox 8"/>
          <p:cNvSpPr>
            <a:extLst>
              <a:ext uri="smNativeData">
                <pr:smNativeData xmlns:pr="smNativeData" xmlns="smNativeData" val="SMDATA_15_OmKRaRMAAAAlAAAAZAAAAE0AAAAAAAAAAAAAAAAAAAAAA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DhMAAOEBAAB4XQAAIwkAABAgAAAmAAAACAAAAP//////////"/>
              </a:ext>
            </a:extLst>
          </p:cNvSpPr>
          <p:nvPr/>
        </p:nvSpPr>
        <p:spPr>
          <a:xfrm>
            <a:off x="3097530" y="305435"/>
            <a:ext cx="12096750" cy="1179830"/>
          </a:xfrm>
          <a:prstGeom prst="rect">
            <a:avLst/>
          </a:prstGeom>
          <a:noFill/>
          <a:ln>
            <a:noFill/>
          </a:ln>
          <a:effectLst/>
        </p:spPr>
        <p:txBody>
          <a:bodyPr vert="horz" wrap="square" lIns="0" tIns="0" rIns="0" bIns="0" numCol="1" spcCol="215900" anchor="t"/>
          <a:lstStyle/>
          <a:p>
            <a:pPr algn="ctr">
              <a:lnSpc>
                <a:spcPts val="9240"/>
              </a:lnSpc>
              <a:defRPr lang="en-us"/>
            </a:pPr>
            <a:r>
              <a:rPr lang="en-us" sz="8635" cap="none">
                <a:solidFill>
                  <a:srgbClr val="CA5E28"/>
                </a:solidFill>
                <a:latin typeface="Aileron Heavy" pitchFamily="0" charset="0"/>
                <a:ea typeface="Calibri" pitchFamily="2" charset="0"/>
                <a:cs typeface="Calibri" pitchFamily="2" charset="0"/>
              </a:rPr>
              <a:t>Dashboard Preview</a:t>
            </a:r>
            <a:endParaRPr lang="en-us" sz="8635" cap="none">
              <a:solidFill>
                <a:srgbClr val="CA5E28"/>
              </a:solidFill>
              <a:latin typeface="Aileron Heavy" pitchFamily="0" charset="0"/>
              <a:ea typeface="Calibri" pitchFamily="2" charset="0"/>
              <a:cs typeface="Calibri" pitchFamily="2" charset="0"/>
            </a:endParaRPr>
          </a:p>
        </p:txBody>
      </p:sp>
      <p:grpSp>
        <p:nvGrpSpPr>
          <p:cNvPr id="6" name="Group 13"/>
          <p:cNvGrpSpPr>
            <a:extLst>
              <a:ext uri="smNativeData">
                <pr:smNativeData xmlns:pr="smNativeData" xmlns="smNativeData" val="SMDATA_6_OmKRaRMAAAAlAAAAAQAAAA8BAAAAkAAAAEgAAACQAAAASAAAAAAAAAAAAAAAAAAAABcAAAAUAAAAAAAAAAAAAAD/fwAA/38AAAAAAAAJAAAABAAAAH0BAAAfAAAAVAAAAAAAAAAAAAAAAAAAAAAAAAAAAAAAAAAAAAAAAAAAAAAAAAAAAAAAAAAAAAAAAAAAAAAAAAAAAAAAAAAAAAAAAAAAAAAAAAAAAAAAAAAAAAAAAAAAACEAAAAYAAAAFAAAACNjAADABAAALGoAAMkLAAAQAAAAJgAAAAgAAAD/////AAAAAA=="/>
              </a:ext>
            </a:extLst>
          </p:cNvGrpSpPr>
          <p:nvPr/>
        </p:nvGrpSpPr>
        <p:grpSpPr>
          <a:xfrm>
            <a:off x="16115665" y="772160"/>
            <a:ext cx="1143635" cy="1143635"/>
            <a:chOff x="16115665" y="772160"/>
            <a:chExt cx="1143635" cy="1143635"/>
          </a:xfrm>
        </p:grpSpPr>
        <p:sp>
          <p:nvSpPr>
            <p:cNvPr id="8" name="Freeform 14"/>
            <p:cNvSpPr>
              <a:extLst>
                <a:ext uri="smNativeData">
                  <pr:smNativeData xmlns:pr="smNativeData" xmlns="smNativeData" val="SMDATA_15_OmKRaRMAAAAlAAAACwAAAA0AAAAAAAAAAAAAAAAABQAAAAUAAAAAAAAAAAAAAAAAAAEAAABQAAAAAAAAAAAA4D8AAAAAAADgPwAAAAAAAOA/AAAAAAAA4D8AAAAAAADgPwAAAAAAAOA/AAAAAAAA4D8AAAAAAADgPwAAAAAAAOA/AAAAAAAA4D8CAAAAjAAAAAEAAAAAAAAADWaW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WaWAP///wEAAAAAAAAAAAAAAAAAAAAAAAAAAAAAAAAAAAAAAAAAAAAAAAB/f38A7uzhA8zMzADAwP8Af39/AAAAAAAAAAAAAAAAAAAAAAAAAAAAIQAAABgAAAAUAAAAI2MAAMAEAAAsagAAyQsAAAAAAAAmAAAACAAAAP//////////"/>
                </a:ext>
              </a:extLst>
            </p:cNvSpPr>
            <p:nvPr/>
          </p:nvSpPr>
          <p:spPr>
            <a:xfrm>
              <a:off x="16115665" y="772160"/>
              <a:ext cx="1143635" cy="1143635"/>
            </a:xfrm>
            <a:custGeom>
              <a:avLst/>
              <a:gdLst/>
              <a:ahLst/>
              <a:cxnLst/>
              <a:rect l="0" t="0" r="1143635" b="1143635"/>
              <a:pathLst>
                <a:path w="1143635" h="1143635">
                  <a:moveTo>
                    <a:pt x="571817" y="0"/>
                  </a:moveTo>
                  <a:cubicBezTo>
                    <a:pt x="256010" y="0"/>
                    <a:pt x="0" y="256010"/>
                    <a:pt x="0" y="571817"/>
                  </a:cubicBezTo>
                  <a:cubicBezTo>
                    <a:pt x="0" y="887624"/>
                    <a:pt x="256010" y="1143635"/>
                    <a:pt x="571817" y="1143635"/>
                  </a:cubicBezTo>
                  <a:cubicBezTo>
                    <a:pt x="887624" y="1143635"/>
                    <a:pt x="1143635" y="887624"/>
                    <a:pt x="1143635" y="571817"/>
                  </a:cubicBezTo>
                  <a:cubicBezTo>
                    <a:pt x="1143635" y="256010"/>
                    <a:pt x="887624" y="0"/>
                    <a:pt x="571817" y="0"/>
                  </a:cubicBezTo>
                  <a:close/>
                </a:path>
              </a:pathLst>
            </a:custGeom>
            <a:solidFill>
              <a:srgbClr val="0D6696"/>
            </a:solidFill>
            <a:ln>
              <a:noFill/>
            </a:ln>
            <a:effectLst/>
          </p:spPr>
        </p:sp>
        <p:sp>
          <p:nvSpPr>
            <p:cNvPr id="7" name="TextBox 15"/>
            <p:cNvSpPr>
              <a:extLst>
                <a:ext uri="smNativeData">
                  <pr:smNativeData xmlns:pr="smNativeData" xmlns="smNativeData" val="SMDATA_15_OmKRaRMAAAAlAAAAZAAAAA0AAAAAUAAAAFAAAABQAAAAU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IL2MU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zGMAAOoEAACDaQAAIAsAAAAAAAAmAAAACAAAAP//////////"/>
                </a:ext>
              </a:extLst>
            </p:cNvSpPr>
            <p:nvPr/>
          </p:nvSpPr>
          <p:spPr>
            <a:xfrm>
              <a:off x="16222980" y="798830"/>
              <a:ext cx="929005" cy="1009650"/>
            </a:xfrm>
            <a:prstGeom prst="rect">
              <a:avLst/>
            </a:prstGeom>
            <a:noFill/>
            <a:ln>
              <a:noFill/>
            </a:ln>
            <a:effectLst/>
          </p:spPr>
          <p:txBody>
            <a:bodyPr vert="horz" wrap="square" lIns="50800" tIns="50800" rIns="50800" bIns="50800" numCol="1" spcCol="215900" anchor="ctr"/>
            <a:lstStyle/>
            <a:p>
              <a:pPr algn="ctr">
                <a:lnSpc>
                  <a:spcPts val="3415"/>
                </a:lnSpc>
                <a:defRPr lang="en-us"/>
              </a:pPr>
            </a:p>
          </p:txBody>
        </p:sp>
      </p:grpSp>
      <p:grpSp>
        <p:nvGrpSpPr>
          <p:cNvPr id="9" name="Group 16"/>
          <p:cNvGrpSpPr>
            <a:extLst>
              <a:ext uri="smNativeData">
                <pr:smNativeData xmlns:pr="smNativeData" xmlns="smNativeData" val="SMDATA_6_OmKRaRMAAAAlAAAAAQAAAA8BAAAAkAAAAEgAAACQAAAASAAAAAAAAAAAAAAAAAAAABcAAAAUAAAAAAAAAAAAAAD/fwAA/38AAAAAAAAJAAAABAAAAKwAAAAfAAAAVAAAAAAAAAAAAAAAAAAAAAAAAAAAAAAAAAAAAAAAAAAAAAAAAAAAAAAAAAAAAAAAAAAAAAAAAAAAAAAAAAAAAAAAAAAAAAAAAAAAAAAAAAAAAAAAAAAAACEAAAAYAAAAFAAAAIgFAADqHQAAtgoAABcjAAAQAAAAJgAAAAgAAAD/////AAAAAA=="/>
              </a:ext>
            </a:extLst>
          </p:cNvGrpSpPr>
          <p:nvPr/>
        </p:nvGrpSpPr>
        <p:grpSpPr>
          <a:xfrm>
            <a:off x="899160" y="4862830"/>
            <a:ext cx="842010" cy="841375"/>
            <a:chOff x="899160" y="4862830"/>
            <a:chExt cx="842010" cy="841375"/>
          </a:xfrm>
        </p:grpSpPr>
        <p:sp>
          <p:nvSpPr>
            <p:cNvPr id="11" name="Freeform 17"/>
            <p:cNvSpPr>
              <a:extLst>
                <a:ext uri="smNativeData">
                  <pr:smNativeData xmlns:pr="smNativeData" xmlns="smNativeData" val="SMDATA_15_OmKRaRMAAAAlAAAACwAAAA0AAAAAAAAAAAAAAAAABQAAAAUAAAAAAAAAAAAAAAAAAAEAAABQAAAAAAAAAAAA4D8AAAAAAADgPwAAAAAAAOA/AAAAAAAA4D8AAAAAAADgPwAAAAAAAOA/AAAAAAAA4D8AAAAAAADgPwAAAAAAAOA/AAAAAAAA4D8CAAAAjAAAAAEAAAAAAAAAYplH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plHAP///wEAAAAAAAAAAAAAAAAAAAAAAAAAAAAAAAAAAAAAAAAAAAAAAAB/f38A7uzhA8zMzADAwP8Af39/AAAAAAAAAAAAAAAAAAAAAAAAAAAAIQAAABgAAAAUAAAAiAUAAOodAAC2CgAAFyMAAAAAAAAmAAAACAAAAP//////////"/>
                </a:ext>
              </a:extLst>
            </p:cNvSpPr>
            <p:nvPr/>
          </p:nvSpPr>
          <p:spPr>
            <a:xfrm>
              <a:off x="899160" y="4862830"/>
              <a:ext cx="842010" cy="841375"/>
            </a:xfrm>
            <a:custGeom>
              <a:avLst/>
              <a:gdLst/>
              <a:ahLst/>
              <a:cxnLst/>
              <a:rect l="0" t="0" r="842010" b="841375"/>
              <a:pathLst>
                <a:path w="842010" h="841375">
                  <a:moveTo>
                    <a:pt x="421005" y="0"/>
                  </a:moveTo>
                  <a:cubicBezTo>
                    <a:pt x="188490" y="0"/>
                    <a:pt x="0" y="188347"/>
                    <a:pt x="0" y="420687"/>
                  </a:cubicBezTo>
                  <a:cubicBezTo>
                    <a:pt x="0" y="653027"/>
                    <a:pt x="188490" y="841375"/>
                    <a:pt x="421005" y="841375"/>
                  </a:cubicBezTo>
                  <a:cubicBezTo>
                    <a:pt x="653520" y="841375"/>
                    <a:pt x="842010" y="653027"/>
                    <a:pt x="842010" y="420687"/>
                  </a:cubicBezTo>
                  <a:cubicBezTo>
                    <a:pt x="842010" y="188347"/>
                    <a:pt x="653520" y="0"/>
                    <a:pt x="421005" y="0"/>
                  </a:cubicBezTo>
                  <a:close/>
                </a:path>
              </a:pathLst>
            </a:custGeom>
            <a:solidFill>
              <a:srgbClr val="629947"/>
            </a:solidFill>
            <a:ln>
              <a:noFill/>
            </a:ln>
            <a:effectLst/>
          </p:spPr>
        </p:sp>
        <p:sp>
          <p:nvSpPr>
            <p:cNvPr id="10" name="TextBox 18"/>
            <p:cNvSpPr>
              <a:extLst>
                <a:ext uri="smNativeData">
                  <pr:smNativeData xmlns:pr="smNativeData" xmlns="smNativeData" val="SMDATA_15_OmKRaRMAAAAlAAAAZAAAAA0AAAAAUAAAAFAAAABQAAAAU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BAYAAAkeAAA6CgAAmyIAAAAAAAAmAAAACAAAAP//////////"/>
                </a:ext>
              </a:extLst>
            </p:cNvSpPr>
            <p:nvPr/>
          </p:nvSpPr>
          <p:spPr>
            <a:xfrm>
              <a:off x="977900" y="4882515"/>
              <a:ext cx="684530" cy="742950"/>
            </a:xfrm>
            <a:prstGeom prst="rect">
              <a:avLst/>
            </a:prstGeom>
            <a:noFill/>
            <a:ln>
              <a:noFill/>
            </a:ln>
            <a:effectLst/>
          </p:spPr>
          <p:txBody>
            <a:bodyPr vert="horz" wrap="square" lIns="50800" tIns="50800" rIns="50800" bIns="50800" numCol="1" spcCol="215900" anchor="ctr"/>
            <a:lstStyle/>
            <a:p>
              <a:pPr algn="ctr">
                <a:lnSpc>
                  <a:spcPts val="3415"/>
                </a:lnSpc>
                <a:defRPr lang="en-us"/>
              </a:pPr>
            </a:p>
          </p:txBody>
        </p:sp>
      </p:grpSp>
      <p:pic>
        <p:nvPicPr>
          <p:cNvPr id="12" name="Picture 19"/>
          <p:cNvPicPr>
            <a:picLocks noChangeAspect="1"/>
            <a:extLst>
              <a:ext uri="smNativeData">
                <pr:smNativeData xmlns:pr="smNativeData" xmlns="smNativeData" val="SMDATA_17_OmKRaRMAAAAlAAAAEQAAAC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D3+/c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O7s4QPMzMwAwMD/AH9/fwAAAAAAAAAAAAAAAAD///8AAAAAACEAAAAYAAAAFAAAABIIAACjCAAALGUAAMc8AAAQAAAAJgAAAAgAAAD//////////w=="/>
              </a:ext>
            </a:extLst>
          </p:cNvPicPr>
          <p:nvPr/>
        </p:nvPicPr>
        <p:blipFill>
          <a:blip r:embed="rId8"/>
          <a:stretch>
            <a:fillRect/>
          </a:stretch>
        </p:blipFill>
        <p:spPr>
          <a:xfrm>
            <a:off x="1311910" y="1403985"/>
            <a:ext cx="15134590" cy="8475980"/>
          </a:xfrm>
          <a:prstGeom prst="rect">
            <a:avLst/>
          </a:prstGeom>
          <a:noFill/>
          <a:ln>
            <a:noFill/>
          </a:ln>
          <a:effectLst/>
        </p:spPr>
      </p:pic>
    </p:spTree>
  </p:cSld>
  <p:clrMapOvr>
    <a:masterClrMapping/>
  </p:clrMapOvr>
  <p:timing>
    <p:tnLst>
      <p:par>
        <p:cTn id="1" dur="indefinite" restart="never" nodeType="tmRoot"/>
      </p:par>
    </p:tnLst>
  </p:timing>
</p:sld>
</file>

<file path=ppt/slides/slide5.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bg>
      <p:bgPr>
        <a:solidFill>
          <a:srgbClr val="F8F3F0"/>
        </a:solidFill>
        <a:effectLst/>
      </p:bgPr>
    </p:bg>
    <p:spTree>
      <p:nvGrpSpPr>
        <p:cNvPr id="1" name=""/>
        <p:cNvGrpSpPr/>
        <p:nvPr/>
      </p:nvGrpSpPr>
      <p:grpSpPr>
        <a:xfrm>
          <a:off x="0" y="0"/>
          <a:ext cx="0" cy="0"/>
          <a:chOff x="0" y="0"/>
          <a:chExt cx="0" cy="0"/>
        </a:xfrm>
      </p:grpSpPr>
      <p:sp>
        <p:nvSpPr>
          <p:cNvPr id="2" name="Freeform 3"/>
          <p:cNvSpPr>
            <a:extLst>
              <a:ext uri="smNativeData">
                <pr:smNativeData xmlns:pr="smNativeData" xmlns="smNativeData" val="SMDATA_15_OmKRaRMAAAAlAAAACwAAAA0AAAAAnzYAAAPp///MrAAAeWYAAAAAAAAAAAAAAAAAAAEAAABQAAAAAAAAAAAA4D8AAAAAAADgPwAAAAAAAOA/AAAAAAAA4D8AAAAAAADgPwAAAAAAAOA/AAAAAAAA4D8AAAAAAADgPwAAAAAAAOA/AAAAAAAA4D8CAAAAjAAAAAEAAAACAAAA////AP///wgAAAAAAAAAAMYu/ScSWJFFr9esicNXx5M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IgBQlgeAAAAaAAAAAAAAAAs/v//Mv7//wAAAAAAAAAAECcAABAnAAAAAAAAAAAAAAAAAAAAWg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nzYAAAPp///MrAAAeWYAABAAAAAmAAAACAAAAP//////////"/>
              </a:ext>
            </a:extLst>
          </p:cNvSpPr>
          <p:nvPr/>
        </p:nvSpPr>
        <p:spPr>
          <a:xfrm rot="19779531">
            <a:off x="8879205" y="-3736975"/>
            <a:ext cx="19210655" cy="20394930"/>
          </a:xfrm>
          <a:custGeom>
            <a:avLst/>
            <a:gdLst/>
            <a:ahLst/>
            <a:cxnLst/>
            <a:rect l="0" t="0" r="19210655" b="20394930"/>
            <a:pathLst>
              <a:path w="19210655" h="20394930">
                <a:moveTo>
                  <a:pt x="0" y="0"/>
                </a:moveTo>
                <a:lnTo>
                  <a:pt x="19210655" y="0"/>
                </a:lnTo>
                <a:lnTo>
                  <a:pt x="19210655" y="20394930"/>
                </a:lnTo>
                <a:lnTo>
                  <a:pt x="0" y="20394930"/>
                </a:lnTo>
                <a:lnTo>
                  <a:pt x="0" y="0"/>
                </a:lnTo>
                <a:close/>
              </a:path>
            </a:pathLst>
          </a:custGeom>
          <a:blipFill>
            <a:blip r:embed="rId2">
              <a:extLst>
                <a:ext uri="{96DAC541-7B7A-43D3-8B79-37D633B846F1}">
                  <asvg:svgBlip xmlns:asvg="http://schemas.microsoft.com/office/drawing/2016/SVG/main" r:embed="rId3"/>
                </a:ext>
              </a:extLst>
              <a:alphaModFix amt="10000"/>
            </a:blip>
            <a:srcRect/>
            <a:stretch>
              <a:fillRect l="-4680" t="-4620" r="0" b="0"/>
            </a:stretch>
          </a:blipFill>
          <a:ln>
            <a:noFill/>
          </a:ln>
          <a:effectLst/>
        </p:spPr>
      </p:sp>
      <p:sp>
        <p:nvSpPr>
          <p:cNvPr id="3" name="Freeform 6"/>
          <p:cNvSpPr>
            <a:extLst>
              <a:ext uri="smNativeData">
                <pr:smNativeData xmlns:pr="smNativeData" xmlns="smNativeData" val="SMDATA_15_OmKRaRMAAAAlAAAACwAAAA0AAAAAl2AAANr+//+CbAAAaAsAAAAAAAAAAAAAAAAAAAEAAABQAAAAAAAAAAAA4D8AAAAAAADgPwAAAAAAAOA/AAAAAAAA4D8AAAAAAADgPwAAAAAAAOA/AAAAAAAA4D8AAAAAAADgPwAAAAAAAOA/AAAAAAAA4D8CAAAAjAAAAAEAAAACAAAA////AP///wgAAAAAAAAAAPXYFovX7KlFs2qvrr316PE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l2AAANr+//+CbAAAaAsAABAAAAAmAAAACAAAAP//////////"/>
              </a:ext>
            </a:extLst>
          </p:cNvSpPr>
          <p:nvPr/>
        </p:nvSpPr>
        <p:spPr>
          <a:xfrm rot="5400000">
            <a:off x="15650210" y="-135255"/>
            <a:ext cx="2040890" cy="1937385"/>
          </a:xfrm>
          <a:custGeom>
            <a:avLst/>
            <a:gdLst/>
            <a:ahLst/>
            <a:cxnLst/>
            <a:rect l="0" t="0" r="2040890" b="1937385"/>
            <a:pathLst>
              <a:path w="2040890" h="1937385">
                <a:moveTo>
                  <a:pt x="0" y="0"/>
                </a:moveTo>
                <a:lnTo>
                  <a:pt x="2040890" y="0"/>
                </a:lnTo>
                <a:lnTo>
                  <a:pt x="2040890" y="1937385"/>
                </a:lnTo>
                <a:lnTo>
                  <a:pt x="0" y="1937385"/>
                </a:lnTo>
                <a:lnTo>
                  <a:pt x="0" y="0"/>
                </a:lnTo>
                <a:close/>
              </a:path>
            </a:pathLst>
          </a:custGeom>
          <a:blipFill>
            <a:blip r:embed="rId4">
              <a:extLst>
                <a:ext uri="{96DAC541-7B7A-43D3-8B79-37D633B846F1}">
                  <asvg:svgBlip xmlns:asvg="http://schemas.microsoft.com/office/drawing/2016/SVG/main" r:embed="rId5"/>
                </a:ext>
              </a:extLst>
            </a:blip>
            <a:srcRect/>
            <a:stretch/>
          </a:blipFill>
          <a:ln>
            <a:noFill/>
          </a:ln>
          <a:effectLst/>
        </p:spPr>
      </p:sp>
      <p:sp>
        <p:nvSpPr>
          <p:cNvPr id="4" name="Freeform 7"/>
          <p:cNvSpPr>
            <a:extLst>
              <a:ext uri="smNativeData">
                <pr:smNativeData xmlns:pr="smNativeData" xmlns="smNativeData" val="SMDATA_15_OmKRaRMAAAAlAAAACwAAAA0AAAAAx+z//0kNAABGBwAAiBoAAAAAAAAAAAAAAAAAAAEAAABQAAAAAAAAAAAA4D8AAAAAAADgPwAAAAAAAOA/AAAAAAAA4D8AAAAAAADgPwAAAAAAAOA/AAAAAAAA4D8AAAAAAADgPwAAAAAAAOA/AAAAAAAA4D8CAAAAjAAAAAEAAAACAAAA////AP///wgAAAAAAAAAAGyLSiFG6v9NjGV19E/x8s0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x+z//0kNAABGBwAAiBoAABAAAAAmAAAACAAAAP//////////"/>
              </a:ext>
            </a:extLst>
          </p:cNvSpPr>
          <p:nvPr/>
        </p:nvSpPr>
        <p:spPr>
          <a:xfrm>
            <a:off x="-3124835" y="2159635"/>
            <a:ext cx="4307205" cy="2153285"/>
          </a:xfrm>
          <a:custGeom>
            <a:avLst/>
            <a:gdLst/>
            <a:ahLst/>
            <a:cxnLst/>
            <a:rect l="0" t="0" r="4307205" b="2153285"/>
            <a:pathLst>
              <a:path w="4307205" h="2153285">
                <a:moveTo>
                  <a:pt x="0" y="0"/>
                </a:moveTo>
                <a:lnTo>
                  <a:pt x="4307205" y="0"/>
                </a:lnTo>
                <a:lnTo>
                  <a:pt x="4307205" y="2153285"/>
                </a:lnTo>
                <a:lnTo>
                  <a:pt x="0" y="2153285"/>
                </a:lnTo>
                <a:lnTo>
                  <a:pt x="0" y="0"/>
                </a:lnTo>
                <a:close/>
              </a:path>
            </a:pathLst>
          </a:custGeom>
          <a:blipFill>
            <a:blip r:embed="rId6">
              <a:extLst>
                <a:ext uri="{96DAC541-7B7A-43D3-8B79-37D633B846F1}">
                  <asvg:svgBlip xmlns:asvg="http://schemas.microsoft.com/office/drawing/2016/SVG/main" r:embed="rId7"/>
                </a:ext>
              </a:extLst>
            </a:blip>
            <a:srcRect/>
            <a:stretch/>
          </a:blipFill>
          <a:ln>
            <a:noFill/>
          </a:ln>
          <a:effectLst/>
        </p:spPr>
      </p:sp>
      <p:sp>
        <p:nvSpPr>
          <p:cNvPr id="5" name="TextBox 8"/>
          <p:cNvSpPr>
            <a:extLst>
              <a:ext uri="smNativeData">
                <pr:smNativeData xmlns:pr="smNativeData" xmlns="smNativeData" val="SMDATA_15_OmKRaRMAAAAlAAAAZAAAAE0AAAAAAAAAAAAAAAAAAAAAA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DhMAAOEBAAB4XQAAIwkAABAgAAAmAAAACAAAAP//////////"/>
              </a:ext>
            </a:extLst>
          </p:cNvSpPr>
          <p:nvPr/>
        </p:nvSpPr>
        <p:spPr>
          <a:xfrm>
            <a:off x="3097530" y="305435"/>
            <a:ext cx="12096750" cy="1179830"/>
          </a:xfrm>
          <a:prstGeom prst="rect">
            <a:avLst/>
          </a:prstGeom>
          <a:noFill/>
          <a:ln>
            <a:noFill/>
          </a:ln>
          <a:effectLst/>
        </p:spPr>
        <p:txBody>
          <a:bodyPr vert="horz" wrap="square" lIns="0" tIns="0" rIns="0" bIns="0" numCol="1" spcCol="215900" anchor="t"/>
          <a:lstStyle/>
          <a:p>
            <a:pPr algn="ctr">
              <a:lnSpc>
                <a:spcPts val="9240"/>
              </a:lnSpc>
              <a:defRPr lang="en-us"/>
            </a:pPr>
            <a:r>
              <a:rPr lang="en-us" sz="8635" cap="none">
                <a:solidFill>
                  <a:srgbClr val="CA5E28"/>
                </a:solidFill>
                <a:latin typeface="Aileron Heavy" pitchFamily="0" charset="0"/>
                <a:ea typeface="Calibri" pitchFamily="2" charset="0"/>
                <a:cs typeface="Calibri" pitchFamily="2" charset="0"/>
              </a:rPr>
              <a:t>Dashboard</a:t>
            </a:r>
            <a:r>
              <a:rPr lang="en-us" sz="8635" cap="none">
                <a:solidFill>
                  <a:srgbClr val="3C3C3C"/>
                </a:solidFill>
                <a:latin typeface="Aileron Heavy" pitchFamily="0" charset="0"/>
                <a:ea typeface="Calibri" pitchFamily="2" charset="0"/>
                <a:cs typeface="Calibri" pitchFamily="2" charset="0"/>
              </a:rPr>
              <a:t> </a:t>
            </a:r>
            <a:r>
              <a:rPr lang="en-us" sz="8635" cap="none">
                <a:solidFill>
                  <a:srgbClr val="CA5E28"/>
                </a:solidFill>
                <a:latin typeface="Aileron Heavy" pitchFamily="0" charset="0"/>
                <a:ea typeface="Calibri" pitchFamily="2" charset="0"/>
                <a:cs typeface="Calibri" pitchFamily="2" charset="0"/>
              </a:rPr>
              <a:t>Preview</a:t>
            </a:r>
            <a:endParaRPr lang="en-us" sz="8635" cap="none">
              <a:solidFill>
                <a:srgbClr val="CA5E28"/>
              </a:solidFill>
              <a:latin typeface="Aileron Heavy" pitchFamily="0" charset="0"/>
              <a:ea typeface="Calibri" pitchFamily="2" charset="0"/>
              <a:cs typeface="Calibri" pitchFamily="2" charset="0"/>
            </a:endParaRPr>
          </a:p>
        </p:txBody>
      </p:sp>
      <p:grpSp>
        <p:nvGrpSpPr>
          <p:cNvPr id="6" name="Group 13"/>
          <p:cNvGrpSpPr>
            <a:extLst>
              <a:ext uri="smNativeData">
                <pr:smNativeData xmlns:pr="smNativeData" xmlns="smNativeData" val="SMDATA_6_OmKRaRMAAAAlAAAAAQAAAA8BAAAAkAAAAEgAAACQAAAASAAAAAAAAAAAAAAAAAAAABcAAAAUAAAAAAAAAAAAAAD/fwAA/38AAAAAAAAJAAAABAAAAP///wAfAAAAVAAAAAAAAAAAAAAAAAAAAAAAAAAAAAAAAAAAAAAAAAAAAAAAAAAAAAAAAAAAAAAAAAAAAAAAAAAAAAAAAAAAAAAAAAAAAAAAAAAAAAAAAAAAAAAAAAAAACEAAAAYAAAAFAAAACY2AACAOgAALz0AAIlBAAAQAAAAJgAAAAgAAAD/////AAAAAA=="/>
              </a:ext>
            </a:extLst>
          </p:cNvGrpSpPr>
          <p:nvPr/>
        </p:nvGrpSpPr>
        <p:grpSpPr>
          <a:xfrm>
            <a:off x="8802370" y="9509760"/>
            <a:ext cx="1143635" cy="1143635"/>
            <a:chOff x="8802370" y="9509760"/>
            <a:chExt cx="1143635" cy="1143635"/>
          </a:xfrm>
        </p:grpSpPr>
        <p:sp>
          <p:nvSpPr>
            <p:cNvPr id="8" name="Freeform 14"/>
            <p:cNvSpPr>
              <a:extLst>
                <a:ext uri="smNativeData">
                  <pr:smNativeData xmlns:pr="smNativeData" xmlns="smNativeData" val="SMDATA_15_OmKRaRMAAAAlAAAACwAAAA0AAAAAAAAAAAAAAAAABQAAAAUAAAAAAAAAAAAAAAAAAAEAAABQAAAAAAAAAAAA4D8AAAAAAADgPwAAAAAAAOA/AAAAAAAA4D8AAAAAAADgPwAAAAAAAOA/AAAAAAAA4D8AAAAAAADgPwAAAAAAAOA/AAAAAAAA4D8CAAAAjAAAAAEAAAAAAAAADWaW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WaWAP///wEAAAAAAAAAAAAAAAAAAAAAAAAAAAAAAAAAAAAAAAAAAAAAAAB/f38A7uzhA8zMzADAwP8Af39/AAAAAAAAAAAAAAAAAAAAAAAAAAAAIQAAABgAAAAUAAAAJjYAAIA6AAAvPQAAiUEAAAAAAAAmAAAACAAAAP//////////"/>
                </a:ext>
              </a:extLst>
            </p:cNvSpPr>
            <p:nvPr/>
          </p:nvSpPr>
          <p:spPr>
            <a:xfrm>
              <a:off x="8802370" y="9509760"/>
              <a:ext cx="1143635" cy="1143635"/>
            </a:xfrm>
            <a:custGeom>
              <a:avLst/>
              <a:gdLst/>
              <a:ahLst/>
              <a:cxnLst/>
              <a:rect l="0" t="0" r="1143635" b="1143635"/>
              <a:pathLst>
                <a:path w="1143635" h="1143635">
                  <a:moveTo>
                    <a:pt x="571817" y="0"/>
                  </a:moveTo>
                  <a:cubicBezTo>
                    <a:pt x="256010" y="0"/>
                    <a:pt x="0" y="256010"/>
                    <a:pt x="0" y="571817"/>
                  </a:cubicBezTo>
                  <a:cubicBezTo>
                    <a:pt x="0" y="887624"/>
                    <a:pt x="256010" y="1143635"/>
                    <a:pt x="571817" y="1143635"/>
                  </a:cubicBezTo>
                  <a:cubicBezTo>
                    <a:pt x="887624" y="1143635"/>
                    <a:pt x="1143635" y="887624"/>
                    <a:pt x="1143635" y="571817"/>
                  </a:cubicBezTo>
                  <a:cubicBezTo>
                    <a:pt x="1143635" y="256010"/>
                    <a:pt x="887624" y="0"/>
                    <a:pt x="571817" y="0"/>
                  </a:cubicBezTo>
                  <a:close/>
                </a:path>
              </a:pathLst>
            </a:custGeom>
            <a:solidFill>
              <a:srgbClr val="0D6696"/>
            </a:solidFill>
            <a:ln>
              <a:noFill/>
            </a:ln>
            <a:effectLst/>
          </p:spPr>
        </p:sp>
        <p:sp>
          <p:nvSpPr>
            <p:cNvPr id="7" name="TextBox 15"/>
            <p:cNvSpPr>
              <a:extLst>
                <a:ext uri="smNativeData">
                  <pr:smNativeData xmlns:pr="smNativeData" xmlns="smNativeData" val="SMDATA_15_OmKRaRMAAAAlAAAAZAAAAA0AAAAAUAAAAFAAAABQAAAAU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zzYAAKo6AACGPAAA4EAAAAAAAAAmAAAACAAAAP//////////"/>
                </a:ext>
              </a:extLst>
            </p:cNvSpPr>
            <p:nvPr/>
          </p:nvSpPr>
          <p:spPr>
            <a:xfrm>
              <a:off x="8909685" y="9536430"/>
              <a:ext cx="929005" cy="1009650"/>
            </a:xfrm>
            <a:prstGeom prst="rect">
              <a:avLst/>
            </a:prstGeom>
            <a:noFill/>
            <a:ln>
              <a:noFill/>
            </a:ln>
            <a:effectLst/>
          </p:spPr>
          <p:txBody>
            <a:bodyPr vert="horz" wrap="square" lIns="50800" tIns="50800" rIns="50800" bIns="50800" numCol="1" spcCol="215900" anchor="ctr"/>
            <a:lstStyle/>
            <a:p>
              <a:pPr algn="ctr">
                <a:lnSpc>
                  <a:spcPts val="3415"/>
                </a:lnSpc>
                <a:defRPr lang="en-us"/>
              </a:pPr>
            </a:p>
          </p:txBody>
        </p:sp>
      </p:grpSp>
      <p:grpSp>
        <p:nvGrpSpPr>
          <p:cNvPr id="9" name="Group 16"/>
          <p:cNvGrpSpPr>
            <a:extLst>
              <a:ext uri="smNativeData">
                <pr:smNativeData xmlns:pr="smNativeData" xmlns="smNativeData" val="SMDATA_6_OmKRaRMAAAAlAAAAAQAAAA8BAAAAkAAAAEgAAACQAAAASAAAAAAAAAAAAAAAAAAAABcAAAAUAAAAAAAAAAAAAAD/fwAA/38AAAAAAAAJAAAABAAAAL8AAAAfAAAAVAAAAAAAAAAAAAAAAAAAAAAAAAAAAAAAAAAAAAAAAAAAAAAAAAAAAAAAAAAAAAAAAAAAAAAAAAAAAAAAAAAAAAAAAAAAAAAAAAAAAAAAAAAAAAAAAAAAACEAAAAYAAAAFAAAAIgFAADqHQAAtgoAABcjAAAQAAAAJgAAAAgAAAD/////AAAAAA=="/>
              </a:ext>
            </a:extLst>
          </p:cNvGrpSpPr>
          <p:nvPr/>
        </p:nvGrpSpPr>
        <p:grpSpPr>
          <a:xfrm>
            <a:off x="899160" y="4862830"/>
            <a:ext cx="842010" cy="841375"/>
            <a:chOff x="899160" y="4862830"/>
            <a:chExt cx="842010" cy="841375"/>
          </a:xfrm>
        </p:grpSpPr>
        <p:sp>
          <p:nvSpPr>
            <p:cNvPr id="11" name="Freeform 17"/>
            <p:cNvSpPr>
              <a:extLst>
                <a:ext uri="smNativeData">
                  <pr:smNativeData xmlns:pr="smNativeData" xmlns="smNativeData" val="SMDATA_15_OmKRaRMAAAAlAAAACwAAAA0AAAAAAAAAAAAAAAAABQAAAAUAAAAAAAAAAAAAAAAAAAEAAABQAAAAAAAAAAAA4D8AAAAAAADgPwAAAAAAAOA/AAAAAAAA4D8AAAAAAADgPwAAAAAAAOA/AAAAAAAA4D8AAAAAAADgPwAAAAAAAOA/AAAAAAAA4D8CAAAAjAAAAAEAAAAAAAAAYplH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plHAP///wEAAAAAAAAAAAAAAAAAAAAAAAAAAAAAAAAAAAAAAAAAAAAAAAB/f38A7uzhA8zMzADAwP8Af39/AAAAAAAAAAAAAAAAAAAAAAAAAAAAIQAAABgAAAAUAAAAiAUAAOodAAC2CgAAFyMAAAAAAAAmAAAACAAAAP//////////"/>
                </a:ext>
              </a:extLst>
            </p:cNvSpPr>
            <p:nvPr/>
          </p:nvSpPr>
          <p:spPr>
            <a:xfrm>
              <a:off x="899160" y="4862830"/>
              <a:ext cx="842010" cy="841375"/>
            </a:xfrm>
            <a:custGeom>
              <a:avLst/>
              <a:gdLst/>
              <a:ahLst/>
              <a:cxnLst/>
              <a:rect l="0" t="0" r="842010" b="841375"/>
              <a:pathLst>
                <a:path w="842010" h="841375">
                  <a:moveTo>
                    <a:pt x="421005" y="0"/>
                  </a:moveTo>
                  <a:cubicBezTo>
                    <a:pt x="188490" y="0"/>
                    <a:pt x="0" y="188347"/>
                    <a:pt x="0" y="420687"/>
                  </a:cubicBezTo>
                  <a:cubicBezTo>
                    <a:pt x="0" y="653027"/>
                    <a:pt x="188490" y="841375"/>
                    <a:pt x="421005" y="841375"/>
                  </a:cubicBezTo>
                  <a:cubicBezTo>
                    <a:pt x="653520" y="841375"/>
                    <a:pt x="842010" y="653027"/>
                    <a:pt x="842010" y="420687"/>
                  </a:cubicBezTo>
                  <a:cubicBezTo>
                    <a:pt x="842010" y="188347"/>
                    <a:pt x="653520" y="0"/>
                    <a:pt x="421005" y="0"/>
                  </a:cubicBezTo>
                  <a:close/>
                </a:path>
              </a:pathLst>
            </a:custGeom>
            <a:solidFill>
              <a:srgbClr val="629947"/>
            </a:solidFill>
            <a:ln>
              <a:noFill/>
            </a:ln>
            <a:effectLst/>
          </p:spPr>
        </p:sp>
        <p:sp>
          <p:nvSpPr>
            <p:cNvPr id="10" name="TextBox 18"/>
            <p:cNvSpPr>
              <a:extLst>
                <a:ext uri="smNativeData">
                  <pr:smNativeData xmlns:pr="smNativeData" xmlns="smNativeData" val="SMDATA_15_OmKRaRMAAAAlAAAAZAAAAA0AAAAAUAAAAFAAAABQAAAAU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BAYAAAkeAAA6CgAAmyIAAAAAAAAmAAAACAAAAP//////////"/>
                </a:ext>
              </a:extLst>
            </p:cNvSpPr>
            <p:nvPr/>
          </p:nvSpPr>
          <p:spPr>
            <a:xfrm>
              <a:off x="977900" y="4882515"/>
              <a:ext cx="684530" cy="742950"/>
            </a:xfrm>
            <a:prstGeom prst="rect">
              <a:avLst/>
            </a:prstGeom>
            <a:noFill/>
            <a:ln>
              <a:noFill/>
            </a:ln>
            <a:effectLst/>
          </p:spPr>
          <p:txBody>
            <a:bodyPr vert="horz" wrap="square" lIns="50800" tIns="50800" rIns="50800" bIns="50800" numCol="1" spcCol="215900" anchor="ctr"/>
            <a:lstStyle/>
            <a:p>
              <a:pPr algn="ctr">
                <a:lnSpc>
                  <a:spcPts val="3415"/>
                </a:lnSpc>
                <a:defRPr lang="en-us"/>
              </a:pPr>
            </a:p>
          </p:txBody>
        </p:sp>
      </p:grpSp>
      <p:pic>
        <p:nvPicPr>
          <p:cNvPr id="12" name="Picture 3"/>
          <p:cNvPicPr>
            <a:picLocks noChangeAspect="1"/>
            <a:extLst>
              <a:ext uri="smNativeData">
                <pr:smNativeData xmlns:pr="smNativeData" xmlns="smNativeData" val="SMDATA_17_OmKRaRMAAAAlAAAAEQAAAC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D3DQEB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O7s4QPMzMwAwMD/AH9/fwAAAAAAAAAAAAAAAAD///8AAAAAACEAAAAYAAAAFAAAAFEHAACaCAAAQGUAAGc9AAAQAAAAJgAAAAgAAAD//////////w=="/>
              </a:ext>
            </a:extLst>
          </p:cNvPicPr>
          <p:nvPr/>
        </p:nvPicPr>
        <p:blipFill>
          <a:blip r:embed="rId8"/>
          <a:stretch>
            <a:fillRect/>
          </a:stretch>
        </p:blipFill>
        <p:spPr>
          <a:xfrm>
            <a:off x="1189355" y="1398270"/>
            <a:ext cx="15269845" cy="8583295"/>
          </a:xfrm>
          <a:prstGeom prst="rect">
            <a:avLst/>
          </a:prstGeom>
          <a:noFill/>
          <a:ln>
            <a:noFill/>
          </a:ln>
          <a:effectLst/>
        </p:spPr>
      </p:pic>
    </p:spTree>
  </p:cSld>
  <p:clrMapOvr>
    <a:masterClrMapping/>
  </p:clrMapOvr>
  <p:timing>
    <p:tnLst>
      <p:par>
        <p:cTn id="1" dur="indefinite" restart="never" nodeType="tmRoot"/>
      </p:par>
    </p:tnLst>
  </p:timing>
</p:sld>
</file>

<file path=ppt/slides/slide6.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bg>
      <p:bgPr>
        <a:solidFill>
          <a:srgbClr val="F8F3F0"/>
        </a:solidFill>
        <a:effectLst/>
      </p:bgPr>
    </p:bg>
    <p:spTree>
      <p:nvGrpSpPr>
        <p:cNvPr id="1" name=""/>
        <p:cNvGrpSpPr/>
        <p:nvPr/>
      </p:nvGrpSpPr>
      <p:grpSpPr>
        <a:xfrm>
          <a:off x="0" y="0"/>
          <a:ext cx="0" cy="0"/>
          <a:chOff x="0" y="0"/>
          <a:chExt cx="0" cy="0"/>
        </a:xfrm>
      </p:grpSpPr>
      <p:sp>
        <p:nvSpPr>
          <p:cNvPr id="2" name="Freeform 2"/>
          <p:cNvSpPr>
            <a:extLst>
              <a:ext uri="smNativeData">
                <pr:smNativeData xmlns:pr="smNativeData" xmlns="smNativeData" val="SMDATA_15_OmKRaRMAAAAlAAAACwAAAA0AAAAA7fn//4bg//+jdQAAx2MAAAAAAAAAAAAAAAAAAAEAAABQAAAAAAAAAAAA4D8AAAAAAADgPwAAAAAAAOA/AAAAAAAA4D8AAAAAAADgPwAAAAAAAOA/AAAAAAAA4D8AAAAAAADgPwAAAAAAAOA/AAAAAAAA4D8CAAAAjAAAAAEAAAACAAAA////AP///wgAAAAAAAAAAMYu/ScSWJFFr9esicNXx5M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Wg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7fn//4bg//+jdQAAx2MAABAAAAAmAAAACAAAAP//////////"/>
              </a:ext>
            </a:extLst>
          </p:cNvSpPr>
          <p:nvPr/>
        </p:nvSpPr>
        <p:spPr>
          <a:xfrm rot="19779531" flipH="1">
            <a:off x="-987425" y="-5116830"/>
            <a:ext cx="20110450" cy="21336635"/>
          </a:xfrm>
          <a:custGeom>
            <a:avLst/>
            <a:gdLst/>
            <a:ahLst/>
            <a:cxnLst/>
            <a:rect l="0" t="0" r="20110450" b="21336635"/>
            <a:pathLst>
              <a:path w="20110450" h="21336635">
                <a:moveTo>
                  <a:pt x="20110449" y="0"/>
                </a:moveTo>
                <a:lnTo>
                  <a:pt x="0" y="0"/>
                </a:lnTo>
                <a:lnTo>
                  <a:pt x="0" y="21336635"/>
                </a:lnTo>
                <a:lnTo>
                  <a:pt x="20110449" y="21336635"/>
                </a:lnTo>
                <a:lnTo>
                  <a:pt x="20110449" y="0"/>
                </a:lnTo>
                <a:close/>
              </a:path>
            </a:pathLst>
          </a:custGeom>
          <a:blipFill>
            <a:blip r:embed="rId2">
              <a:extLst>
                <a:ext uri="{96DAC541-7B7A-43D3-8B79-37D633B846F1}">
                  <asvg:svgBlip xmlns:asvg="http://schemas.microsoft.com/office/drawing/2016/SVG/main" r:embed="rId3"/>
                </a:ext>
              </a:extLst>
              <a:alphaModFix amt="10000"/>
            </a:blip>
            <a:srcRect/>
            <a:stretch/>
          </a:blipFill>
          <a:ln>
            <a:noFill/>
          </a:ln>
          <a:effectLst/>
        </p:spPr>
      </p:sp>
      <p:sp>
        <p:nvSpPr>
          <p:cNvPr id="3" name="AutoShape 3"/>
          <p:cNvSpPr>
            <a:extLst>
              <a:ext uri="smNativeData">
                <pr:smNativeData xmlns:pr="smNativeData" xmlns="smNativeData" val="SMDATA_15_OmKR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APAAAAAQAAACMAAAAjAAAAIwAAAB4AAAAAAAAASwAAAEsAAAAAAAAASwAAAEs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mCsAANUIAACYKwAAZDYAABAAAAAmAAAACAAAAP//////////"/>
              </a:ext>
            </a:extLst>
          </p:cNvSpPr>
          <p:nvPr/>
        </p:nvSpPr>
        <p:spPr>
          <a:xfrm rot="5400000">
            <a:off x="3383915" y="5138420"/>
            <a:ext cx="7406005" cy="0"/>
          </a:xfrm>
          <a:prstGeom prst="line">
            <a:avLst/>
          </a:prstGeom>
          <a:noFill/>
          <a:ln w="9525" cap="flat" cmpd="sng" algn="ctr">
            <a:solidFill>
              <a:srgbClr val="000000"/>
            </a:solidFill>
            <a:prstDash val="solid"/>
            <a:headEnd type="none"/>
            <a:tailEnd type="none"/>
          </a:ln>
          <a:effectLst/>
        </p:spPr>
        <p:txBody>
          <a:bodyPr vert="horz" wrap="square" lIns="91440" tIns="45720" rIns="91440" bIns="45720" numCol="1" spcCol="215900" anchor="t"/>
          <a:lstStyle/>
          <a:p>
            <a:pPr>
              <a:defRPr lang="en-us"/>
            </a:pPr>
            <a:endParaRPr lang="en-in" cap="none"/>
          </a:p>
        </p:txBody>
      </p:sp>
      <p:sp>
        <p:nvSpPr>
          <p:cNvPr id="4" name="Freeform 4"/>
          <p:cNvSpPr>
            <a:extLst>
              <a:ext uri="smNativeData">
                <pr:smNativeData xmlns:pr="smNativeData" xmlns="smNativeData" val="SMDATA_15_OmKRaRMAAAAlAAAACwAAAA0AAAAANA8AACUYAADFJgAAKCwAAAAAAAAAAAAAAAAAAAEAAABQAAAAAAAAAAAA4D8AAAAAAADgPwAAAAAAAOA/AAAAAAAA4D8AAAAAAADgPwAAAAAAAOA/AAAAAAAA4D8AAAAAAADgPwAAAAAAAOA/AAAAAAAA4D8CAAAAjAAAAAEAAAACAAAA////AP///wgAAAAAAAAAAHQs/zhGzDlMrjprvXc6qCE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NA8AACUYAADFJgAAKCwAABAAAAAmAAAACAAAAP//////////"/>
              </a:ext>
            </a:extLst>
          </p:cNvSpPr>
          <p:nvPr/>
        </p:nvSpPr>
        <p:spPr>
          <a:xfrm>
            <a:off x="2471420" y="3924935"/>
            <a:ext cx="3830955" cy="3253105"/>
          </a:xfrm>
          <a:custGeom>
            <a:avLst/>
            <a:gdLst/>
            <a:ahLst/>
            <a:cxnLst/>
            <a:rect l="0" t="0" r="3830955" b="3253105"/>
            <a:pathLst>
              <a:path w="3830955" h="3253105">
                <a:moveTo>
                  <a:pt x="0" y="0"/>
                </a:moveTo>
                <a:lnTo>
                  <a:pt x="3830955" y="0"/>
                </a:lnTo>
                <a:lnTo>
                  <a:pt x="3830955" y="3253105"/>
                </a:lnTo>
                <a:lnTo>
                  <a:pt x="0" y="3253105"/>
                </a:lnTo>
                <a:lnTo>
                  <a:pt x="0" y="0"/>
                </a:lnTo>
                <a:close/>
              </a:path>
            </a:pathLst>
          </a:custGeom>
          <a:blipFill>
            <a:blip r:embed="rId4">
              <a:extLst>
                <a:ext uri="{96DAC541-7B7A-43D3-8B79-37D633B846F1}">
                  <asvg:svgBlip xmlns:asvg="http://schemas.microsoft.com/office/drawing/2016/SVG/main" r:embed="rId5"/>
                </a:ext>
              </a:extLst>
            </a:blip>
            <a:srcRect/>
            <a:stretch/>
          </a:blipFill>
          <a:ln>
            <a:noFill/>
          </a:ln>
          <a:effectLst/>
        </p:spPr>
      </p:sp>
      <p:sp>
        <p:nvSpPr>
          <p:cNvPr id="5" name="Freeform 5"/>
          <p:cNvSpPr>
            <a:extLst>
              <a:ext uri="smNativeData">
                <pr:smNativeData xmlns:pr="smNativeData" xmlns="smNativeData" val="SMDATA_15_OmKRaRMAAAAlAAAACwAAAA0AAAAAMWEAAGgoAAB6egAAuEEAAAAAAAAAAAAAAAAAAAEAAABQAAAAAAAAAAAA4D8AAAAAAADgPwAAAAAAAOA/AAAAAAAA4D8AAAAAAADgPwAAAAAAAOA/AAAAAAAA4D8AAAAAAADgPwAAAAAAAOA/AAAAAAAA4D8CAAAAjAAAAAEAAAACAAAA////AP///wgAAAAAAAAAAEcwHv6hEkxIkEHrh4zBL4E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MWEAAGgoAAB6egAAuEEAABAAAAAmAAAACAAAAP//////////"/>
              </a:ext>
            </a:extLst>
          </p:cNvSpPr>
          <p:nvPr/>
        </p:nvSpPr>
        <p:spPr>
          <a:xfrm>
            <a:off x="15799435" y="6568440"/>
            <a:ext cx="4110355" cy="4114800"/>
          </a:xfrm>
          <a:custGeom>
            <a:avLst/>
            <a:gdLst/>
            <a:ahLst/>
            <a:cxnLst/>
            <a:rect l="0" t="0" r="4110355" b="4114800"/>
            <a:pathLst>
              <a:path w="4110355" h="4114800">
                <a:moveTo>
                  <a:pt x="0" y="0"/>
                </a:moveTo>
                <a:lnTo>
                  <a:pt x="4110355" y="0"/>
                </a:lnTo>
                <a:lnTo>
                  <a:pt x="4110355" y="4114800"/>
                </a:lnTo>
                <a:lnTo>
                  <a:pt x="0" y="4114800"/>
                </a:lnTo>
                <a:lnTo>
                  <a:pt x="0" y="0"/>
                </a:lnTo>
                <a:close/>
              </a:path>
            </a:pathLst>
          </a:custGeom>
          <a:blipFill>
            <a:blip r:embed="rId6">
              <a:extLst>
                <a:ext uri="{96DAC541-7B7A-43D3-8B79-37D633B846F1}">
                  <asvg:svgBlip xmlns:asvg="http://schemas.microsoft.com/office/drawing/2016/SVG/main" r:embed="rId7"/>
                </a:ext>
              </a:extLst>
            </a:blip>
            <a:srcRect/>
            <a:stretch/>
          </a:blipFill>
          <a:ln>
            <a:noFill/>
          </a:ln>
          <a:effectLst/>
        </p:spPr>
      </p:sp>
      <p:sp>
        <p:nvSpPr>
          <p:cNvPr id="6" name="TextBox 6"/>
          <p:cNvSpPr>
            <a:extLst>
              <a:ext uri="smNativeData">
                <pr:smNativeData xmlns:pr="smNativeData" xmlns="smNativeData" val="SMDATA_15_OmKRaRMAAAAlAAAAZAAAAE0AAAAAAAAAAAAAAAAAAAAAA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dkQAAFYLAAB1aAAALQ4AABAgAAAmAAAACAAAAP//////////"/>
              </a:ext>
            </a:extLst>
          </p:cNvSpPr>
          <p:nvPr/>
        </p:nvSpPr>
        <p:spPr>
          <a:xfrm>
            <a:off x="11129010" y="1842770"/>
            <a:ext cx="5851525" cy="461645"/>
          </a:xfrm>
          <a:prstGeom prst="rect">
            <a:avLst/>
          </a:prstGeom>
          <a:noFill/>
          <a:ln>
            <a:noFill/>
          </a:ln>
          <a:effectLst/>
        </p:spPr>
        <p:txBody>
          <a:bodyPr vert="horz" wrap="square" lIns="0" tIns="0" rIns="0" bIns="0" numCol="1" spcCol="215900" anchor="t"/>
          <a:lstStyle/>
          <a:p>
            <a:pPr algn="l">
              <a:lnSpc>
                <a:spcPts val="3625"/>
              </a:lnSpc>
              <a:defRPr lang="en-us"/>
            </a:pPr>
            <a:endParaRPr lang="en-us" sz="3000" cap="none">
              <a:solidFill>
                <a:srgbClr val="3C3C3C"/>
              </a:solidFill>
              <a:latin typeface="Aileron" pitchFamily="0" charset="0"/>
              <a:ea typeface="Calibri" pitchFamily="2" charset="0"/>
              <a:cs typeface="Calibri" pitchFamily="2" charset="0"/>
            </a:endParaRPr>
          </a:p>
        </p:txBody>
      </p:sp>
      <p:sp>
        <p:nvSpPr>
          <p:cNvPr id="7" name="TextBox 8"/>
          <p:cNvSpPr>
            <a:extLst>
              <a:ext uri="smNativeData">
                <pr:smNativeData xmlns:pr="smNativeData" xmlns="smNativeData" val="SMDATA_15_OmKRaRMAAAAlAAAAZAAAAE0AAAAAAAAAAAAAAAAAAAAAA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ngkAAJAJAAB6LQAAxREAABAgAAAmAAAACAAAAP//////////"/>
              </a:ext>
            </a:extLst>
          </p:cNvSpPr>
          <p:nvPr/>
        </p:nvSpPr>
        <p:spPr>
          <a:xfrm>
            <a:off x="1563370" y="1554480"/>
            <a:ext cx="5829300" cy="1334135"/>
          </a:xfrm>
          <a:prstGeom prst="rect">
            <a:avLst/>
          </a:prstGeom>
          <a:noFill/>
          <a:ln>
            <a:noFill/>
          </a:ln>
          <a:effectLst/>
        </p:spPr>
        <p:txBody>
          <a:bodyPr vert="horz" wrap="square" lIns="0" tIns="0" rIns="0" bIns="0" numCol="1" spcCol="215900" anchor="t"/>
          <a:lstStyle/>
          <a:p>
            <a:pPr algn="l">
              <a:lnSpc>
                <a:spcPts val="10355"/>
              </a:lnSpc>
              <a:defRPr lang="en-us"/>
            </a:pPr>
            <a:r>
              <a:rPr lang="en-us" sz="9675" cap="none">
                <a:solidFill>
                  <a:srgbClr val="CA5E28"/>
                </a:solidFill>
                <a:latin typeface="Aileron Heavy" pitchFamily="0" charset="0"/>
                <a:ea typeface="Calibri" pitchFamily="2" charset="0"/>
                <a:cs typeface="Calibri" pitchFamily="2" charset="0"/>
              </a:rPr>
              <a:t>Insights</a:t>
            </a:r>
            <a:endParaRPr lang="en-us" sz="9675" cap="none">
              <a:solidFill>
                <a:srgbClr val="CA5E28"/>
              </a:solidFill>
              <a:latin typeface="Aileron Heavy" pitchFamily="0" charset="0"/>
              <a:ea typeface="Calibri" pitchFamily="2" charset="0"/>
              <a:cs typeface="Calibri" pitchFamily="2" charset="0"/>
            </a:endParaRPr>
          </a:p>
        </p:txBody>
      </p:sp>
      <p:sp>
        <p:nvSpPr>
          <p:cNvPr id="8" name="TextBox 10"/>
          <p:cNvSpPr>
            <a:extLst>
              <a:ext uri="smNativeData">
                <pr:smNativeData xmlns:pr="smNativeData" xmlns="smNativeData" val="SMDATA_15_OmKRaRMAAAAlAAAAZAAAAE0AAAAAAAAAAAAAAAAAAAAAA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8i0AAMcIAABAOAAAeA4AABAgAAAmAAAACAAAAP//////////"/>
              </a:ext>
            </a:extLst>
          </p:cNvSpPr>
          <p:nvPr/>
        </p:nvSpPr>
        <p:spPr>
          <a:xfrm>
            <a:off x="7468870" y="1426845"/>
            <a:ext cx="1675130" cy="925195"/>
          </a:xfrm>
          <a:prstGeom prst="rect">
            <a:avLst/>
          </a:prstGeom>
          <a:noFill/>
          <a:ln>
            <a:noFill/>
          </a:ln>
          <a:effectLst/>
        </p:spPr>
        <p:txBody>
          <a:bodyPr vert="horz" wrap="square" lIns="0" tIns="0" rIns="0" bIns="0" numCol="1" spcCol="215900" anchor="t"/>
          <a:lstStyle/>
          <a:p>
            <a:pPr algn="r">
              <a:lnSpc>
                <a:spcPts val="7030"/>
              </a:lnSpc>
              <a:defRPr lang="en-us"/>
            </a:pPr>
            <a:r>
              <a:rPr lang="en-us" sz="6570" cap="none" spc="-75">
                <a:solidFill>
                  <a:srgbClr val="CA5E28"/>
                </a:solidFill>
                <a:latin typeface="Aileron Ultra-Bold" pitchFamily="0" charset="0"/>
                <a:ea typeface="Calibri" pitchFamily="2" charset="0"/>
                <a:cs typeface="Calibri" pitchFamily="2" charset="0"/>
              </a:rPr>
              <a:t>01</a:t>
            </a:r>
            <a:endParaRPr lang="en-us" sz="6570" cap="none" spc="-75">
              <a:solidFill>
                <a:srgbClr val="CA5E28"/>
              </a:solidFill>
              <a:latin typeface="Aileron Ultra-Bold" pitchFamily="0" charset="0"/>
              <a:ea typeface="Calibri" pitchFamily="2" charset="0"/>
              <a:cs typeface="Calibri" pitchFamily="2" charset="0"/>
            </a:endParaRPr>
          </a:p>
        </p:txBody>
      </p:sp>
      <p:sp>
        <p:nvSpPr>
          <p:cNvPr id="9" name="TextBox 11"/>
          <p:cNvSpPr>
            <a:extLst>
              <a:ext uri="smNativeData">
                <pr:smNativeData xmlns:pr="smNativeData" xmlns="smNativeData" val="SMDATA_15_OmKRaRMAAAAlAAAAZAAAAE0AAAAAAAAAAAAAAAAAAAAAA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Vi0AAEAbAACkNwAA8SAAABAgAAAmAAAACAAAAP//////////"/>
              </a:ext>
            </a:extLst>
          </p:cNvSpPr>
          <p:nvPr/>
        </p:nvSpPr>
        <p:spPr>
          <a:xfrm>
            <a:off x="7369810" y="4429760"/>
            <a:ext cx="1675130" cy="925195"/>
          </a:xfrm>
          <a:prstGeom prst="rect">
            <a:avLst/>
          </a:prstGeom>
          <a:noFill/>
          <a:ln>
            <a:noFill/>
          </a:ln>
          <a:effectLst/>
        </p:spPr>
        <p:txBody>
          <a:bodyPr vert="horz" wrap="square" lIns="0" tIns="0" rIns="0" bIns="0" numCol="1" spcCol="215900" anchor="t"/>
          <a:lstStyle/>
          <a:p>
            <a:pPr algn="r">
              <a:lnSpc>
                <a:spcPts val="7030"/>
              </a:lnSpc>
              <a:defRPr lang="en-us"/>
            </a:pPr>
            <a:r>
              <a:rPr lang="en-us" sz="6570" cap="none" spc="-75">
                <a:solidFill>
                  <a:srgbClr val="CA5E28"/>
                </a:solidFill>
                <a:latin typeface="Aileron Ultra-Bold" pitchFamily="0" charset="0"/>
                <a:ea typeface="Calibri" pitchFamily="2" charset="0"/>
                <a:cs typeface="Calibri" pitchFamily="2" charset="0"/>
              </a:rPr>
              <a:t>02</a:t>
            </a:r>
            <a:endParaRPr lang="en-us" sz="6570" cap="none" spc="-75">
              <a:solidFill>
                <a:srgbClr val="CA5E28"/>
              </a:solidFill>
              <a:latin typeface="Aileron Ultra-Bold" pitchFamily="0" charset="0"/>
              <a:ea typeface="Calibri" pitchFamily="2" charset="0"/>
              <a:cs typeface="Calibri" pitchFamily="2" charset="0"/>
            </a:endParaRPr>
          </a:p>
        </p:txBody>
      </p:sp>
      <p:sp>
        <p:nvSpPr>
          <p:cNvPr id="10" name="TextBox 12"/>
          <p:cNvSpPr>
            <a:extLst>
              <a:ext uri="smNativeData">
                <pr:smNativeData xmlns:pr="smNativeData" xmlns="smNativeData" val="SMDATA_15_OmKRaRMAAAAlAAAAZAAAAE0AAAAAAAAAAAAAAAAAAAAAA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ei0AAJQuAADINwAARDQAABAgAAAmAAAACAAAAP//////////"/>
              </a:ext>
            </a:extLst>
          </p:cNvSpPr>
          <p:nvPr/>
        </p:nvSpPr>
        <p:spPr>
          <a:xfrm>
            <a:off x="7392670" y="7571740"/>
            <a:ext cx="1675130" cy="924560"/>
          </a:xfrm>
          <a:prstGeom prst="rect">
            <a:avLst/>
          </a:prstGeom>
          <a:noFill/>
          <a:ln>
            <a:noFill/>
          </a:ln>
          <a:effectLst/>
        </p:spPr>
        <p:txBody>
          <a:bodyPr vert="horz" wrap="square" lIns="0" tIns="0" rIns="0" bIns="0" numCol="1" spcCol="215900" anchor="t"/>
          <a:lstStyle/>
          <a:p>
            <a:pPr algn="r">
              <a:lnSpc>
                <a:spcPts val="7030"/>
              </a:lnSpc>
              <a:defRPr lang="en-us"/>
            </a:pPr>
            <a:r>
              <a:rPr lang="en-us" sz="6570" cap="none" spc="-75">
                <a:solidFill>
                  <a:srgbClr val="CA5E28"/>
                </a:solidFill>
                <a:latin typeface="Aileron Ultra-Bold" pitchFamily="0" charset="0"/>
                <a:ea typeface="Calibri" pitchFamily="2" charset="0"/>
                <a:cs typeface="Calibri" pitchFamily="2" charset="0"/>
              </a:rPr>
              <a:t>03</a:t>
            </a:r>
            <a:endParaRPr lang="en-us" sz="6570" cap="none" spc="-75">
              <a:solidFill>
                <a:srgbClr val="CA5E28"/>
              </a:solidFill>
              <a:latin typeface="Aileron Ultra-Bold" pitchFamily="0" charset="0"/>
              <a:ea typeface="Calibri" pitchFamily="2" charset="0"/>
              <a:cs typeface="Calibri" pitchFamily="2" charset="0"/>
            </a:endParaRPr>
          </a:p>
        </p:txBody>
      </p:sp>
      <p:sp>
        <p:nvSpPr>
          <p:cNvPr id="11" name="Freeform 13"/>
          <p:cNvSpPr>
            <a:extLst>
              <a:ext uri="smNativeData">
                <pr:smNativeData xmlns:pr="smNativeData" xmlns="smNativeData" val="SMDATA_15_OmKRaRMAAAAlAAAACwAAAA0AAAAA1R0AAEL8//+/KQAA0AgAAAAAAAAAAAAAAAAAAAEAAABQAAAAAAAAAAAA4D8AAAAAAADgPwAAAAAAAOA/AAAAAAAA4D8AAAAAAADgPwAAAAAAAOA/AAAAAAAA4D8AAAAAAADgPwAAAAAAAOA/AAAAAAAA4D8CAAAAjAAAAAEAAAACAAAA////AP///wgAAAAAAAAAAA/RZabeMa9Lt8stT2BryGg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1R0AAEL8//+/KQAA0AgAABAAAAAmAAAACAAAAP//////////"/>
              </a:ext>
            </a:extLst>
          </p:cNvSpPr>
          <p:nvPr/>
        </p:nvSpPr>
        <p:spPr>
          <a:xfrm rot="5400000">
            <a:off x="4797425" y="-556260"/>
            <a:ext cx="2040890" cy="1936750"/>
          </a:xfrm>
          <a:custGeom>
            <a:avLst/>
            <a:gdLst/>
            <a:ahLst/>
            <a:cxnLst/>
            <a:rect l="0" t="0" r="2040890" b="1936750"/>
            <a:pathLst>
              <a:path w="2040890" h="1936750">
                <a:moveTo>
                  <a:pt x="0" y="0"/>
                </a:moveTo>
                <a:lnTo>
                  <a:pt x="2040889" y="0"/>
                </a:lnTo>
                <a:lnTo>
                  <a:pt x="2040889" y="1936750"/>
                </a:lnTo>
                <a:lnTo>
                  <a:pt x="0" y="1936750"/>
                </a:lnTo>
                <a:lnTo>
                  <a:pt x="0" y="0"/>
                </a:lnTo>
                <a:close/>
              </a:path>
            </a:pathLst>
          </a:custGeom>
          <a:blipFill>
            <a:blip r:embed="rId8">
              <a:extLst>
                <a:ext uri="{96DAC541-7B7A-43D3-8B79-37D633B846F1}">
                  <asvg:svgBlip xmlns:asvg="http://schemas.microsoft.com/office/drawing/2016/SVG/main" r:embed="rId9"/>
                </a:ext>
              </a:extLst>
            </a:blip>
            <a:srcRect/>
            <a:stretch/>
          </a:blipFill>
          <a:ln>
            <a:noFill/>
          </a:ln>
          <a:effectLst/>
        </p:spPr>
      </p:sp>
      <p:sp>
        <p:nvSpPr>
          <p:cNvPr id="12" name="Freeform 14"/>
          <p:cNvSpPr>
            <a:extLst>
              <a:ext uri="smNativeData">
                <pr:smNativeData xmlns:pr="smNativeData" xmlns="smNativeData" val="SMDATA_15_OmKRaRMAAAAlAAAACwAAAA0AAAAAavv//70tAACuCAAAa0EAAAAAAAAAAAAAAAAAAAEAAABQAAAAAAAAAAAA4D8AAAAAAADgPwAAAAAAAOA/AAAAAAAA4D8AAAAAAADgPwAAAAAAAOA/AAAAAAAA4D8AAAAAAADgPwAAAAAAAOA/AAAAAAAA4D8CAAAAjAAAAAEAAAACAAAA////AP///wgAAAAAAAAAADE+592zGalMg1rWUzy7yZg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avv//70tAACuCAAAa0EAABAAAAAmAAAACAAAAP//////////"/>
              </a:ext>
            </a:extLst>
          </p:cNvSpPr>
          <p:nvPr/>
        </p:nvSpPr>
        <p:spPr>
          <a:xfrm>
            <a:off x="-745490" y="7435215"/>
            <a:ext cx="2156460" cy="3199130"/>
          </a:xfrm>
          <a:custGeom>
            <a:avLst/>
            <a:gdLst/>
            <a:ahLst/>
            <a:cxnLst/>
            <a:rect l="0" t="0" r="2156460" b="3199130"/>
            <a:pathLst>
              <a:path w="2156460" h="3199130">
                <a:moveTo>
                  <a:pt x="0" y="0"/>
                </a:moveTo>
                <a:lnTo>
                  <a:pt x="2156459" y="0"/>
                </a:lnTo>
                <a:lnTo>
                  <a:pt x="2156459" y="3199130"/>
                </a:lnTo>
                <a:lnTo>
                  <a:pt x="0" y="3199130"/>
                </a:lnTo>
                <a:lnTo>
                  <a:pt x="0" y="0"/>
                </a:lnTo>
                <a:close/>
              </a:path>
            </a:pathLst>
          </a:custGeom>
          <a:blipFill>
            <a:blip r:embed="rId10">
              <a:extLst>
                <a:ext uri="{96DAC541-7B7A-43D3-8B79-37D633B846F1}">
                  <asvg:svgBlip xmlns:asvg="http://schemas.microsoft.com/office/drawing/2016/SVG/main" r:embed="rId11"/>
                </a:ext>
              </a:extLst>
            </a:blip>
            <a:srcRect/>
            <a:stretch/>
          </a:blipFill>
          <a:ln>
            <a:noFill/>
          </a:ln>
          <a:effectLst/>
        </p:spPr>
      </p:sp>
      <p:sp>
        <p:nvSpPr>
          <p:cNvPr id="13" name="TextBox 9"/>
          <p:cNvSpPr>
            <a:extLst>
              <a:ext uri="smNativeData">
                <pr:smNativeData xmlns:pr="smNativeData" xmlns="smNativeData" val="SMDATA_15_OmKRaRMAAAAlAAAAZAAAAE0AAAAAAAAAAAAAAAAAAAAAA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4ToAAC4IAAAHbQAA3A0AABAgAAAmAAAACAAAAP//////////"/>
              </a:ext>
            </a:extLst>
          </p:cNvSpPr>
          <p:nvPr/>
        </p:nvSpPr>
        <p:spPr>
          <a:xfrm>
            <a:off x="9571355" y="1329690"/>
            <a:ext cx="8152130" cy="923290"/>
          </a:xfrm>
          <a:prstGeom prst="rect">
            <a:avLst/>
          </a:prstGeom>
          <a:noFill/>
          <a:ln>
            <a:noFill/>
          </a:ln>
          <a:effectLst/>
        </p:spPr>
        <p:txBody>
          <a:bodyPr vert="horz" wrap="square" lIns="0" tIns="0" rIns="0" bIns="0" numCol="1" spcCol="215900" anchor="t"/>
          <a:lstStyle/>
          <a:p>
            <a:pPr marL="457200" indent="-457200" algn="l">
              <a:lnSpc>
                <a:spcPts val="3625"/>
              </a:lnSpc>
              <a:buFont typeface="Wingdings" pitchFamily="0" charset="2"/>
              <a:buChar char="§"/>
              <a:defRPr lang="en-us"/>
            </a:pPr>
            <a:r>
              <a:rPr lang="en-us" sz="3000" cap="none"/>
              <a:t>Total Market Capital is </a:t>
            </a:r>
            <a:r>
              <a:rPr lang="en-us" sz="3000" b="1" cap="none">
                <a:solidFill>
                  <a:srgbClr val="0D6696"/>
                </a:solidFill>
              </a:rPr>
              <a:t>Rs.13.25 Million Crores.</a:t>
            </a:r>
            <a:endParaRPr lang="en-us" sz="3000" b="1" cap="none">
              <a:solidFill>
                <a:srgbClr val="0D6696"/>
              </a:solidFill>
            </a:endParaRPr>
          </a:p>
          <a:p>
            <a:pPr marL="457200" indent="-457200" algn="l">
              <a:lnSpc>
                <a:spcPts val="3625"/>
              </a:lnSpc>
              <a:buFont typeface="Wingdings" pitchFamily="0" charset="2"/>
              <a:buChar char="§"/>
              <a:defRPr lang="en-us"/>
            </a:pPr>
            <a:r>
              <a:rPr lang="en-us" sz="3000" cap="none"/>
              <a:t>Total Quarterly Sales  is </a:t>
            </a:r>
            <a:r>
              <a:rPr lang="en-us" sz="3000" b="1" cap="none">
                <a:solidFill>
                  <a:srgbClr val="0D6696"/>
                </a:solidFill>
              </a:rPr>
              <a:t>Rs.1.7 Million Crores.</a:t>
            </a:r>
            <a:endParaRPr lang="en-us" sz="3000" b="1" cap="none">
              <a:solidFill>
                <a:srgbClr val="0D6696"/>
              </a:solidFill>
            </a:endParaRPr>
          </a:p>
        </p:txBody>
      </p:sp>
      <p:sp>
        <p:nvSpPr>
          <p:cNvPr id="14" name="TextBox 9"/>
          <p:cNvSpPr>
            <a:extLst>
              <a:ext uri="smNativeData">
                <pr:smNativeData xmlns:pr="smNativeData" xmlns="smNativeData" val="SMDATA_15_OmKRaRMAAAAlAAAAZAAAAE0AAAAAAAAAAAAAAAAAAAAAA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4ToAALwSAADQawAAdSkAABAgAAAmAAAACAAAAP//////////"/>
              </a:ext>
            </a:extLst>
          </p:cNvSpPr>
          <p:nvPr/>
        </p:nvSpPr>
        <p:spPr>
          <a:xfrm>
            <a:off x="9571355" y="3045460"/>
            <a:ext cx="7954645" cy="3693795"/>
          </a:xfrm>
          <a:prstGeom prst="rect">
            <a:avLst/>
          </a:prstGeom>
          <a:noFill/>
          <a:ln>
            <a:noFill/>
          </a:ln>
          <a:effectLst/>
        </p:spPr>
        <p:txBody>
          <a:bodyPr vert="horz" wrap="square" lIns="0" tIns="0" rIns="0" bIns="0" numCol="1" spcCol="215900" anchor="t"/>
          <a:lstStyle/>
          <a:p>
            <a:pPr marL="457200" indent="-457200">
              <a:lnSpc>
                <a:spcPts val="3625"/>
              </a:lnSpc>
              <a:buFont typeface="Wingdings" pitchFamily="0" charset="2"/>
              <a:buChar char="§"/>
              <a:defRPr lang="en-us"/>
            </a:pPr>
            <a:r>
              <a:rPr lang="en-us" sz="3000" cap="none"/>
              <a:t>Max. Market Capital incurred by </a:t>
            </a:r>
            <a:r>
              <a:rPr lang="en-us" sz="3000" b="1" cap="none">
                <a:solidFill>
                  <a:srgbClr val="CA5E28"/>
                </a:solidFill>
              </a:rPr>
              <a:t>Reliance Industries</a:t>
            </a:r>
            <a:r>
              <a:rPr lang="en-us" sz="3000" cap="none"/>
              <a:t> of </a:t>
            </a:r>
            <a:r>
              <a:rPr lang="en-us" sz="3000" b="1" cap="none">
                <a:solidFill>
                  <a:srgbClr val="0D6696"/>
                </a:solidFill>
              </a:rPr>
              <a:t>Rs. 593.44 Thousand Crores</a:t>
            </a:r>
            <a:r>
              <a:rPr lang="en-us" sz="3000" cap="none"/>
              <a:t>. Whereas, Max Quarterly Sales is marked by </a:t>
            </a:r>
            <a:r>
              <a:rPr lang="en-us" sz="3000" b="1" cap="none">
                <a:solidFill>
                  <a:srgbClr val="CA5E28"/>
                </a:solidFill>
              </a:rPr>
              <a:t>IOCL </a:t>
            </a:r>
            <a:r>
              <a:rPr lang="en-us" sz="3000" cap="none"/>
              <a:t>at </a:t>
            </a:r>
            <a:r>
              <a:rPr lang="en-us" sz="3000" b="1" cap="none">
                <a:solidFill>
                  <a:srgbClr val="0D6696"/>
                </a:solidFill>
              </a:rPr>
              <a:t>Rs.110.67 Thousand Crores.</a:t>
            </a:r>
            <a:endParaRPr lang="en-us" sz="3000" cap="none"/>
          </a:p>
          <a:p>
            <a:pPr marL="457200" indent="-457200" algn="l">
              <a:lnSpc>
                <a:spcPts val="3625"/>
              </a:lnSpc>
              <a:buFont typeface="Wingdings" pitchFamily="0" charset="2"/>
              <a:buChar char="§"/>
              <a:defRPr lang="en-us"/>
            </a:pPr>
            <a:r>
              <a:rPr lang="en-us" sz="3000" cap="none"/>
              <a:t>Min. Market Capital is flagged by </a:t>
            </a:r>
            <a:r>
              <a:rPr lang="en-us" sz="3000" b="1" cap="none">
                <a:solidFill>
                  <a:srgbClr val="CA5E28"/>
                </a:solidFill>
              </a:rPr>
              <a:t>Natl.Fertilizers </a:t>
            </a:r>
            <a:r>
              <a:rPr lang="en-us" sz="3000" cap="none"/>
              <a:t>for </a:t>
            </a:r>
            <a:r>
              <a:rPr lang="en-us" sz="3000" b="1" cap="none">
                <a:solidFill>
                  <a:srgbClr val="0D6696"/>
                </a:solidFill>
              </a:rPr>
              <a:t>Rs.3.02 Thousand Crores </a:t>
            </a:r>
            <a:r>
              <a:rPr lang="en-us" sz="3000" cap="none"/>
              <a:t>and min quarterly sales is done by </a:t>
            </a:r>
            <a:r>
              <a:rPr lang="en-us" sz="3000" b="1" cap="none">
                <a:solidFill>
                  <a:srgbClr val="CA5E28"/>
                </a:solidFill>
              </a:rPr>
              <a:t>Ujjwan Fin.Ser. </a:t>
            </a:r>
            <a:r>
              <a:rPr lang="en-us" sz="3000" cap="none"/>
              <a:t>with </a:t>
            </a:r>
            <a:r>
              <a:rPr lang="en-us" sz="3000" b="1" cap="none">
                <a:solidFill>
                  <a:srgbClr val="0D6696"/>
                </a:solidFill>
              </a:rPr>
              <a:t>0 to No </a:t>
            </a:r>
            <a:r>
              <a:rPr lang="en-us" sz="3000" cap="none"/>
              <a:t>sale in the quarter.</a:t>
            </a:r>
            <a:endParaRPr lang="en-us" sz="3000" cap="none"/>
          </a:p>
        </p:txBody>
      </p:sp>
      <p:sp>
        <p:nvSpPr>
          <p:cNvPr id="15" name="TextBox 9"/>
          <p:cNvSpPr>
            <a:extLst>
              <a:ext uri="smNativeData">
                <pr:smNativeData xmlns:pr="smNativeData" xmlns="smNativeData" val="SMDATA_15_OmKRaRMAAAAlAAAAZAAAAE0AAAAAAAAAAAAAAAAAAAAAA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4ToAADgsAADgagAAlDcAABAgAAAmAAAACAAAAP//////////"/>
              </a:ext>
            </a:extLst>
          </p:cNvSpPr>
          <p:nvPr/>
        </p:nvSpPr>
        <p:spPr>
          <a:xfrm>
            <a:off x="9571355" y="7188200"/>
            <a:ext cx="7802245" cy="1846580"/>
          </a:xfrm>
          <a:prstGeom prst="rect">
            <a:avLst/>
          </a:prstGeom>
          <a:noFill/>
          <a:ln>
            <a:noFill/>
          </a:ln>
          <a:effectLst/>
        </p:spPr>
        <p:txBody>
          <a:bodyPr vert="horz" wrap="square" lIns="0" tIns="0" rIns="0" bIns="0" numCol="1" spcCol="215900" anchor="t"/>
          <a:lstStyle/>
          <a:p>
            <a:pPr marL="457200" indent="-457200" algn="l">
              <a:lnSpc>
                <a:spcPts val="3625"/>
              </a:lnSpc>
              <a:buFont typeface="Wingdings" pitchFamily="0" charset="2"/>
              <a:buChar char="§"/>
              <a:defRPr lang="en-us"/>
            </a:pPr>
            <a:r>
              <a:rPr lang="en-us" sz="3200" cap="none"/>
              <a:t>There is a </a:t>
            </a:r>
            <a:r>
              <a:rPr lang="en-us" sz="3200" b="1" cap="none">
                <a:solidFill>
                  <a:srgbClr val="CA5E28"/>
                </a:solidFill>
              </a:rPr>
              <a:t>general positive correlation </a:t>
            </a:r>
            <a:r>
              <a:rPr lang="en-us" sz="3200" cap="none"/>
              <a:t>between </a:t>
            </a:r>
            <a:r>
              <a:rPr lang="en-us" sz="3200" b="1" cap="none"/>
              <a:t>market capital </a:t>
            </a:r>
            <a:r>
              <a:rPr lang="en-us" sz="3200" cap="none"/>
              <a:t>and </a:t>
            </a:r>
            <a:r>
              <a:rPr lang="en-us" sz="3200" b="1" cap="none"/>
              <a:t>quarterly sales</a:t>
            </a:r>
            <a:r>
              <a:rPr lang="en-us" sz="3200" cap="none"/>
              <a:t>. Companies with higher market capital tend to have higher quarterly sales.</a:t>
            </a:r>
            <a:endParaRPr lang="en-us" sz="3200" b="1" cap="none">
              <a:solidFill>
                <a:srgbClr val="0D6696"/>
              </a:solidFill>
            </a:endParaRPr>
          </a:p>
        </p:txBody>
      </p:sp>
    </p:spTree>
  </p:cSld>
  <p:clrMapOvr>
    <a:masterClrMapping/>
  </p:clrMapOvr>
  <p:timing>
    <p:tnLst>
      <p:par>
        <p:cTn id="1" dur="indefinite" restart="never" nodeType="tmRoot"/>
      </p:par>
    </p:tnLst>
  </p:timing>
</p:sld>
</file>

<file path=ppt/slides/slide7.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bg>
      <p:bgPr>
        <a:solidFill>
          <a:srgbClr val="F8F3F0"/>
        </a:solidFill>
        <a:effectLst/>
      </p:bgPr>
    </p:bg>
    <p:spTree>
      <p:nvGrpSpPr>
        <p:cNvPr id="1" name=""/>
        <p:cNvGrpSpPr/>
        <p:nvPr/>
      </p:nvGrpSpPr>
      <p:grpSpPr>
        <a:xfrm>
          <a:off x="0" y="0"/>
          <a:ext cx="0" cy="0"/>
          <a:chOff x="0" y="0"/>
          <a:chExt cx="0" cy="0"/>
        </a:xfrm>
      </p:grpSpPr>
      <p:sp>
        <p:nvSpPr>
          <p:cNvPr id="2" name="Freeform 2"/>
          <p:cNvSpPr>
            <a:extLst>
              <a:ext uri="smNativeData">
                <pr:smNativeData xmlns:pr="smNativeData" xmlns="smNativeData" val="SMDATA_15_OmKRaRMAAAAlAAAACwAAAA0AAAAAStn//+/1//8iQQAA03QAAAAAAAAAAAAAAAAAAAEAAABQAAAAAAAAAAAA4D8AAAAAAADgPwAAAAAAAOA/AAAAAAAA4D8AAAAAAADgPwAAAAAAAOA/AAAAAAAA4D8AAAAAAADgPwAAAAAAAOA/AAAAAAAA4D8CAAAAjAAAAAEAAAACAAAA////AP///wgAAAAAAAAAAMYu/ScSWJFFr9esicNXx5M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P97lv8eAAAAaAAAAAAAAAAAAAAAqP7//4f4//8AAAAAECcAABAnAAAAAAAAAAAAAAAAAAAAWg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Stn//+/1//8iQQAA03QAABAAAAAmAAAACAAAAP//////////"/>
              </a:ext>
            </a:extLst>
          </p:cNvSpPr>
          <p:nvPr/>
        </p:nvSpPr>
        <p:spPr>
          <a:xfrm rot="19779531">
            <a:off x="-6292850" y="-1636395"/>
            <a:ext cx="16880840" cy="20627340"/>
          </a:xfrm>
          <a:custGeom>
            <a:avLst/>
            <a:gdLst/>
            <a:ahLst/>
            <a:cxnLst/>
            <a:rect l="0" t="0" r="16880840" b="20627340"/>
            <a:pathLst>
              <a:path w="16880840" h="20627340">
                <a:moveTo>
                  <a:pt x="0" y="0"/>
                </a:moveTo>
                <a:lnTo>
                  <a:pt x="16880841" y="0"/>
                </a:lnTo>
                <a:lnTo>
                  <a:pt x="16880841" y="20627341"/>
                </a:lnTo>
                <a:lnTo>
                  <a:pt x="0" y="20627341"/>
                </a:lnTo>
                <a:lnTo>
                  <a:pt x="0" y="0"/>
                </a:lnTo>
                <a:close/>
              </a:path>
            </a:pathLst>
          </a:custGeom>
          <a:blipFill>
            <a:blip r:embed="rId2">
              <a:extLst>
                <a:ext uri="{96DAC541-7B7A-43D3-8B79-37D633B846F1}">
                  <asvg:svgBlip xmlns:asvg="http://schemas.microsoft.com/office/drawing/2016/SVG/main" r:embed="rId3"/>
                </a:ext>
              </a:extLst>
              <a:alphaModFix amt="10000"/>
            </a:blip>
            <a:srcRect/>
            <a:stretch>
              <a:fillRect l="0" t="-3440" r="-19130" b="0"/>
            </a:stretch>
          </a:blipFill>
          <a:ln>
            <a:noFill/>
          </a:ln>
          <a:effectLst/>
        </p:spPr>
      </p:sp>
      <p:sp>
        <p:nvSpPr>
          <p:cNvPr id="3" name="Freeform 3"/>
          <p:cNvSpPr>
            <a:extLst>
              <a:ext uri="smNativeData">
                <pr:smNativeData xmlns:pr="smNativeData" xmlns="smNativeData" val="SMDATA_15_OmKRaRMAAAAlAAAACwAAAA0AAAAAMg0AAK0sAAAeGwAA9DgAAAAAAAAAAAAAAAAAAAEAAABQAAAAAAAAAAAA4D8AAAAAAADgPwAAAAAAAOA/AAAAAAAA4D8AAAAAAADgPwAAAAAAAOA/AAAAAAAA4D8AAAAAAADgPwAAAAAAAOA/AAAAAAAA4D8CAAAAjAAAAAEAAAACAAAA////AP///wgAAAAAAAAAALwzjKTLgfFFu/xBpM8Pqgo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P//e5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Mg0AAK0sAAAeGwAA9DgAABAAAAAmAAAACAAAAP//////////"/>
              </a:ext>
            </a:extLst>
          </p:cNvSpPr>
          <p:nvPr/>
        </p:nvSpPr>
        <p:spPr>
          <a:xfrm>
            <a:off x="2145030" y="7262495"/>
            <a:ext cx="2263140" cy="1995805"/>
          </a:xfrm>
          <a:custGeom>
            <a:avLst/>
            <a:gdLst/>
            <a:ahLst/>
            <a:cxnLst/>
            <a:rect l="0" t="0" r="2263140" b="1995805"/>
            <a:pathLst>
              <a:path w="2263140" h="1995805">
                <a:moveTo>
                  <a:pt x="0" y="0"/>
                </a:moveTo>
                <a:lnTo>
                  <a:pt x="2263140" y="0"/>
                </a:lnTo>
                <a:lnTo>
                  <a:pt x="2263140" y="1995805"/>
                </a:lnTo>
                <a:lnTo>
                  <a:pt x="0" y="1995805"/>
                </a:lnTo>
                <a:lnTo>
                  <a:pt x="0" y="0"/>
                </a:lnTo>
                <a:close/>
              </a:path>
            </a:pathLst>
          </a:custGeom>
          <a:blipFill>
            <a:blip r:embed="rId4">
              <a:extLst>
                <a:ext uri="{96DAC541-7B7A-43D3-8B79-37D633B846F1}">
                  <asvg:svgBlip xmlns:asvg="http://schemas.microsoft.com/office/drawing/2016/SVG/main" r:embed="rId5"/>
                </a:ext>
              </a:extLst>
            </a:blip>
            <a:srcRect/>
            <a:stretch/>
          </a:blipFill>
          <a:ln>
            <a:noFill/>
          </a:ln>
          <a:effectLst/>
        </p:spPr>
      </p:sp>
      <p:sp>
        <p:nvSpPr>
          <p:cNvPr id="4" name="Freeform 4"/>
          <p:cNvSpPr>
            <a:extLst>
              <a:ext uri="smNativeData">
                <pr:smNativeData xmlns:pr="smNativeData" xmlns="smNativeData" val="SMDATA_15_OmKRaRMAAAAlAAAACwAAAA0AAAAAHVwAAFQGAAAsagAAFRUAAAAAAAAAAAAAAAAAAAEAAABQAAAAAAAAAAAA4D8AAAAAAADgPwAAAAAAAOA/AAAAAAAA4D8AAAAAAADgPwAAAAAAAOA/AAAAAAAA4D8AAAAAAADgPwAAAAAAAOA/AAAAAAAA4D8CAAAAjAAAAAEAAAACAAAA////AP///wgAAAAAAAAAAAyaBpRecjJChEq1HmwO9bY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P97l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HVwAAFQGAAAsagAAFRUAABAAAAAmAAAACAAAAP//////////"/>
              </a:ext>
            </a:extLst>
          </p:cNvSpPr>
          <p:nvPr/>
        </p:nvSpPr>
        <p:spPr>
          <a:xfrm>
            <a:off x="14973935" y="1028700"/>
            <a:ext cx="2285365" cy="2398395"/>
          </a:xfrm>
          <a:custGeom>
            <a:avLst/>
            <a:gdLst/>
            <a:ahLst/>
            <a:cxnLst/>
            <a:rect l="0" t="0" r="2285365" b="2398395"/>
            <a:pathLst>
              <a:path w="2285365" h="2398395">
                <a:moveTo>
                  <a:pt x="0" y="0"/>
                </a:moveTo>
                <a:lnTo>
                  <a:pt x="2285365" y="0"/>
                </a:lnTo>
                <a:lnTo>
                  <a:pt x="2285365" y="2398395"/>
                </a:lnTo>
                <a:lnTo>
                  <a:pt x="0" y="2398395"/>
                </a:lnTo>
                <a:lnTo>
                  <a:pt x="0" y="0"/>
                </a:lnTo>
                <a:close/>
              </a:path>
            </a:pathLst>
          </a:custGeom>
          <a:blipFill>
            <a:blip r:embed="rId6">
              <a:extLst>
                <a:ext uri="{96DAC541-7B7A-43D3-8B79-37D633B846F1}">
                  <asvg:svgBlip xmlns:asvg="http://schemas.microsoft.com/office/drawing/2016/SVG/main" r:embed="rId7"/>
                </a:ext>
              </a:extLst>
            </a:blip>
            <a:srcRect/>
            <a:stretch/>
          </a:blipFill>
          <a:ln>
            <a:noFill/>
          </a:ln>
          <a:effectLst/>
        </p:spPr>
      </p:sp>
      <p:sp>
        <p:nvSpPr>
          <p:cNvPr id="5" name="Freeform 5"/>
          <p:cNvSpPr>
            <a:extLst>
              <a:ext uri="smNativeData">
                <pr:smNativeData xmlns:pr="smNativeData" xmlns="smNativeData" val="SMDATA_15_OmKRaRMAAAAlAAAACwAAAA0AAAAAVAYAAFQGAACuFAAAFRUAAAAAAAAAAAAAAAAAAAEAAABQAAAAAAAAAAAA4D8AAAAAAADgPwAAAAAAAOA/AAAAAAAA4D8AAAAAAADgPwAAAAAAAOA/AAAAAAAA4D8AAAAAAADgPwAAAAAAAOA/AAAAAAAA4D8CAAAAjAAAAAEAAAACAAAA////AP///wgAAAAAAAAAAL7kGBpVNn5Hov3vNtj9RA0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HuW//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VAYAAFQGAACuFAAAFRUAABAAAAAmAAAACAAAAP//////////"/>
              </a:ext>
            </a:extLst>
          </p:cNvSpPr>
          <p:nvPr/>
        </p:nvSpPr>
        <p:spPr>
          <a:xfrm>
            <a:off x="1028700" y="1028700"/>
            <a:ext cx="2332990" cy="2398395"/>
          </a:xfrm>
          <a:custGeom>
            <a:avLst/>
            <a:gdLst/>
            <a:ahLst/>
            <a:cxnLst/>
            <a:rect l="0" t="0" r="2332990" b="2398395"/>
            <a:pathLst>
              <a:path w="2332990" h="2398395">
                <a:moveTo>
                  <a:pt x="0" y="0"/>
                </a:moveTo>
                <a:lnTo>
                  <a:pt x="2332990" y="0"/>
                </a:lnTo>
                <a:lnTo>
                  <a:pt x="2332990" y="2398395"/>
                </a:lnTo>
                <a:lnTo>
                  <a:pt x="0" y="2398395"/>
                </a:lnTo>
                <a:lnTo>
                  <a:pt x="0" y="0"/>
                </a:lnTo>
                <a:close/>
              </a:path>
            </a:pathLst>
          </a:custGeom>
          <a:blipFill>
            <a:blip r:embed="rId8">
              <a:extLst>
                <a:ext uri="{96DAC541-7B7A-43D3-8B79-37D633B846F1}">
                  <asvg:svgBlip xmlns:asvg="http://schemas.microsoft.com/office/drawing/2016/SVG/main" r:embed="rId9"/>
                </a:ext>
              </a:extLst>
            </a:blip>
            <a:srcRect/>
            <a:stretch/>
          </a:blipFill>
          <a:ln>
            <a:noFill/>
          </a:ln>
          <a:effectLst/>
        </p:spPr>
      </p:sp>
      <p:sp>
        <p:nvSpPr>
          <p:cNvPr id="6" name="Freeform 6"/>
          <p:cNvSpPr>
            <a:extLst>
              <a:ext uri="smNativeData">
                <pr:smNativeData xmlns:pr="smNativeData" xmlns="smNativeData" val="SMDATA_15_OmKRaRMAAAAlAAAACwAAAA0AAAAAqVMAAK0sAAB1ZAAA9DgAAAAAAAAAAAAAAAAAAAEAAABQAAAAAAAAAAAA4D8AAAAAAADgPwAAAAAAAOA/AAAAAAAA4D8AAAAAAADgPwAAAAAAAOA/AAAAAAAA4D8AAAAAAADgPwAAAAAAAOA/AAAAAAAA4D8CAAAAjAAAAAEAAAACAAAA////AP///wgAAAAAAAAAAMOcMfEl+H9NnHCFj581F88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P97l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qVMAAK0sAAB1ZAAA9DgAABAAAAAmAAAACAAAAP//////////"/>
              </a:ext>
            </a:extLst>
          </p:cNvSpPr>
          <p:nvPr/>
        </p:nvSpPr>
        <p:spPr>
          <a:xfrm>
            <a:off x="13599795" y="7262495"/>
            <a:ext cx="2730500" cy="1995805"/>
          </a:xfrm>
          <a:custGeom>
            <a:avLst/>
            <a:gdLst/>
            <a:ahLst/>
            <a:cxnLst/>
            <a:rect l="0" t="0" r="2730500" b="1995805"/>
            <a:pathLst>
              <a:path w="2730500" h="1995805">
                <a:moveTo>
                  <a:pt x="0" y="0"/>
                </a:moveTo>
                <a:lnTo>
                  <a:pt x="2730501" y="0"/>
                </a:lnTo>
                <a:lnTo>
                  <a:pt x="2730501" y="1995805"/>
                </a:lnTo>
                <a:lnTo>
                  <a:pt x="0" y="1995805"/>
                </a:lnTo>
                <a:lnTo>
                  <a:pt x="0" y="0"/>
                </a:lnTo>
                <a:close/>
              </a:path>
            </a:pathLst>
          </a:custGeom>
          <a:blipFill>
            <a:blip r:embed="rId10">
              <a:extLst>
                <a:ext uri="{96DAC541-7B7A-43D3-8B79-37D633B846F1}">
                  <asvg:svgBlip xmlns:asvg="http://schemas.microsoft.com/office/drawing/2016/SVG/main" r:embed="rId11"/>
                </a:ext>
              </a:extLst>
            </a:blip>
            <a:srcRect/>
            <a:stretch/>
          </a:blipFill>
          <a:ln>
            <a:noFill/>
          </a:ln>
          <a:effectLst/>
        </p:spPr>
      </p:sp>
      <p:sp>
        <p:nvSpPr>
          <p:cNvPr id="7" name="Freeform 7"/>
          <p:cNvSpPr>
            <a:extLst>
              <a:ext uri="smNativeData">
                <pr:smNativeData xmlns:pr="smNativeData" xmlns="smNativeData" val="SMDATA_15_OmKRaRMAAAAlAAAACwAAAA0AAAAAOfz//6QfAABXFgAAyyQAAAAAAAAAAAAAAAAAAAEAAABQAAAAAAAAAAAA4D8AAAAAAADgPwAAAAAAAOA/AAAAAAAA4D8AAAAAAADgPwAAAAAAAOA/AAAAAAAA4D8AAAAAAADgPwAAAAAAAOA/AAAAAAAA4D8CAAAAjAAAAAEAAAACAAAA////AP///wgAAAAAAAAAAM2A8IDNJjxEoanVKXxH/fM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P//e5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Ofz//6QfAABXFgAAyyQAABAAAAAmAAAACAAAAP//////////"/>
              </a:ext>
            </a:extLst>
          </p:cNvSpPr>
          <p:nvPr/>
        </p:nvSpPr>
        <p:spPr>
          <a:xfrm>
            <a:off x="-614045" y="5143500"/>
            <a:ext cx="4245610" cy="837565"/>
          </a:xfrm>
          <a:custGeom>
            <a:avLst/>
            <a:gdLst/>
            <a:ahLst/>
            <a:cxnLst/>
            <a:rect l="0" t="0" r="4245610" b="837565"/>
            <a:pathLst>
              <a:path w="4245610" h="837565">
                <a:moveTo>
                  <a:pt x="0" y="0"/>
                </a:moveTo>
                <a:lnTo>
                  <a:pt x="4245610" y="0"/>
                </a:lnTo>
                <a:lnTo>
                  <a:pt x="4245610" y="837565"/>
                </a:lnTo>
                <a:lnTo>
                  <a:pt x="0" y="837565"/>
                </a:lnTo>
                <a:lnTo>
                  <a:pt x="0" y="0"/>
                </a:lnTo>
                <a:close/>
              </a:path>
            </a:pathLst>
          </a:custGeom>
          <a:blipFill>
            <a:blip r:embed="rId12">
              <a:extLst>
                <a:ext uri="{96DAC541-7B7A-43D3-8B79-37D633B846F1}">
                  <asvg:svgBlip xmlns:asvg="http://schemas.microsoft.com/office/drawing/2016/SVG/main" r:embed="rId13"/>
                </a:ext>
              </a:extLst>
            </a:blip>
            <a:srcRect/>
            <a:stretch/>
          </a:blipFill>
          <a:ln>
            <a:noFill/>
          </a:ln>
          <a:effectLst/>
        </p:spPr>
      </p:sp>
      <p:sp>
        <p:nvSpPr>
          <p:cNvPr id="8" name="Freeform 8"/>
          <p:cNvSpPr>
            <a:extLst>
              <a:ext uri="smNativeData">
                <pr:smNativeData xmlns:pr="smNativeData" xmlns="smNativeData" val="SMDATA_15_OmKRaRMAAAAlAAAACwAAAA0AAAAA7D8AAAAAAABZUgAANQkAAAAAAAAAAAAAAAAAAAEAAABQAAAAAAAAAAAA4D8AAAAAAADgPwAAAAAAAOA/AAAAAAAA4D8AAAAAAADgPwAAAAAAAOA/AAAAAAAA4D8AAAAAAADgPwAAAAAAAOA/AAAAAAAA4D8CAAAAjAAAAAEAAAACAAAA////AP///wgAAAAAAAAAAE9RxFXf/O9LkAmguBTMw4c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HuW//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7D8AAAAAAABZUgAANQkAABAAAAAmAAAACAAAAP//////////"/>
              </a:ext>
            </a:extLst>
          </p:cNvSpPr>
          <p:nvPr/>
        </p:nvSpPr>
        <p:spPr>
          <a:xfrm>
            <a:off x="10391140" y="0"/>
            <a:ext cx="2995295" cy="1496695"/>
          </a:xfrm>
          <a:custGeom>
            <a:avLst/>
            <a:gdLst/>
            <a:ahLst/>
            <a:cxnLst/>
            <a:rect l="0" t="0" r="2995295" b="1496695"/>
            <a:pathLst>
              <a:path w="2995295" h="1496695">
                <a:moveTo>
                  <a:pt x="0" y="0"/>
                </a:moveTo>
                <a:lnTo>
                  <a:pt x="2995295" y="0"/>
                </a:lnTo>
                <a:lnTo>
                  <a:pt x="2995295" y="1496695"/>
                </a:lnTo>
                <a:lnTo>
                  <a:pt x="0" y="1496695"/>
                </a:lnTo>
                <a:lnTo>
                  <a:pt x="0" y="0"/>
                </a:lnTo>
                <a:close/>
              </a:path>
            </a:pathLst>
          </a:custGeom>
          <a:blipFill>
            <a:blip r:embed="rId14">
              <a:extLst>
                <a:ext uri="{96DAC541-7B7A-43D3-8B79-37D633B846F1}">
                  <asvg:svgBlip xmlns:asvg="http://schemas.microsoft.com/office/drawing/2016/SVG/main" r:embed="rId15"/>
                </a:ext>
              </a:extLst>
            </a:blip>
            <a:srcRect/>
            <a:stretch/>
          </a:blipFill>
          <a:ln>
            <a:noFill/>
          </a:ln>
          <a:effectLst/>
        </p:spPr>
      </p:sp>
      <p:grpSp>
        <p:nvGrpSpPr>
          <p:cNvPr id="9" name="Group 9"/>
          <p:cNvGrpSpPr>
            <a:extLst>
              <a:ext uri="smNativeData">
                <pr:smNativeData xmlns:pr="smNativeData" xmlns="smNativeData" val="SMDATA_6_OmKRaRMAAAAlAAAAAQAAAA8BAAAAkAAAAEgAAACQAAAASAAAAAAAAAAAAAAAAAAAABcAAAAUAAAAAAAAAAAAAAD/fwAA/38AAAAAAAAJAAAABAAAAP///wAfAAAAVAAAAAAAAAAAAAAAAAAAAAAAAAAAAAAAAAAAAAAAAAAAAAAAAAAAAAAAAAAAAAAAAAAAAAAAAAAAAAAAAAAAAAAAAAAAAAAAAAAAAAAAAAAAAAAAAAAAACEAAAAYAAAAFAAAAN00AAAKLAAAozsAANAyAAAQAAAAJgAAAAgAAAD/////AAAAAA=="/>
              </a:ext>
            </a:extLst>
          </p:cNvGrpSpPr>
          <p:nvPr/>
        </p:nvGrpSpPr>
        <p:grpSpPr>
          <a:xfrm>
            <a:off x="8593455" y="7158990"/>
            <a:ext cx="1101090" cy="1101090"/>
            <a:chOff x="8593455" y="7158990"/>
            <a:chExt cx="1101090" cy="1101090"/>
          </a:xfrm>
        </p:grpSpPr>
        <p:sp>
          <p:nvSpPr>
            <p:cNvPr id="11" name="Freeform 10"/>
            <p:cNvSpPr>
              <a:extLst>
                <a:ext uri="smNativeData">
                  <pr:smNativeData xmlns:pr="smNativeData" xmlns="smNativeData" val="SMDATA_15_OmKRaRMAAAAlAAAACwAAAA0AAAAAAAAAAAAAAAAABQAAAAUAAAAAAAAAAAAAAAAAAAEAAABQAAAAAAAAAAAA4D8AAAAAAADgPwAAAAAAAOA/AAAAAAAA4D8AAAAAAADgPwAAAAAAAOA/AAAAAAAA4D8AAAAAAADgPwAAAAAAAOA/AAAAAAAA4D8CAAAAjAAAAAEAAAAAAAAAyl4o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P97l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l4oAP///wEAAAAAAAAAAAAAAAAAAAAAAAAAAAAAAAAAAAAAAAAAAAAAAAB/f38A7uzhA8zMzADAwP8Af39/AAAAAAAAAAAAAAAAAAAAAAAAAAAAIQAAABgAAAAUAAAA3TQAAAosAACjOwAA0DIAAAAAAAAmAAAACAAAAP//////////"/>
                </a:ext>
              </a:extLst>
            </p:cNvSpPr>
            <p:nvPr/>
          </p:nvSpPr>
          <p:spPr>
            <a:xfrm>
              <a:off x="8593455" y="7158990"/>
              <a:ext cx="1101090" cy="1101090"/>
            </a:xfrm>
            <a:custGeom>
              <a:avLst/>
              <a:gdLst/>
              <a:ahLst/>
              <a:cxnLst/>
              <a:rect l="0" t="0" r="1101090" b="1101090"/>
              <a:pathLst>
                <a:path w="1101090" h="1101090">
                  <a:moveTo>
                    <a:pt x="550545" y="0"/>
                  </a:moveTo>
                  <a:cubicBezTo>
                    <a:pt x="246487" y="0"/>
                    <a:pt x="0" y="246487"/>
                    <a:pt x="0" y="550545"/>
                  </a:cubicBezTo>
                  <a:cubicBezTo>
                    <a:pt x="0" y="854603"/>
                    <a:pt x="246487" y="1101090"/>
                    <a:pt x="550545" y="1101090"/>
                  </a:cubicBezTo>
                  <a:cubicBezTo>
                    <a:pt x="854603" y="1101090"/>
                    <a:pt x="1101090" y="854603"/>
                    <a:pt x="1101090" y="550545"/>
                  </a:cubicBezTo>
                  <a:cubicBezTo>
                    <a:pt x="1101090" y="246487"/>
                    <a:pt x="854603" y="0"/>
                    <a:pt x="550545" y="0"/>
                  </a:cubicBezTo>
                  <a:close/>
                </a:path>
              </a:pathLst>
            </a:custGeom>
            <a:solidFill>
              <a:srgbClr val="CA5E28"/>
            </a:solidFill>
            <a:ln>
              <a:noFill/>
            </a:ln>
            <a:effectLst/>
          </p:spPr>
        </p:sp>
        <p:sp>
          <p:nvSpPr>
            <p:cNvPr id="10" name="TextBox 11"/>
            <p:cNvSpPr>
              <a:extLst>
                <a:ext uri="smNativeData">
                  <pr:smNativeData xmlns:pr="smNativeData" xmlns="smNativeData" val="SMDATA_15_OmKRaRMAAAAlAAAAZAAAAA0AAAAAUAAAAFAAAABQAAAAU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P//e5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gDUAADMsAAAAOwAALTIAAAAAAAAmAAAACAAAAP//////////"/>
                </a:ext>
              </a:extLst>
            </p:cNvSpPr>
            <p:nvPr/>
          </p:nvSpPr>
          <p:spPr>
            <a:xfrm>
              <a:off x="8696960" y="7185025"/>
              <a:ext cx="894080" cy="971550"/>
            </a:xfrm>
            <a:prstGeom prst="rect">
              <a:avLst/>
            </a:prstGeom>
            <a:noFill/>
            <a:ln>
              <a:noFill/>
            </a:ln>
            <a:effectLst/>
          </p:spPr>
          <p:txBody>
            <a:bodyPr vert="horz" wrap="square" lIns="50800" tIns="50800" rIns="50800" bIns="50800" numCol="1" spcCol="215900" anchor="ctr"/>
            <a:lstStyle/>
            <a:p>
              <a:pPr algn="ctr">
                <a:lnSpc>
                  <a:spcPts val="3415"/>
                </a:lnSpc>
                <a:defRPr lang="en-us"/>
              </a:pPr>
            </a:p>
          </p:txBody>
        </p:sp>
      </p:grpSp>
      <p:sp>
        <p:nvSpPr>
          <p:cNvPr id="12" name="TextBox 12"/>
          <p:cNvSpPr>
            <a:extLst>
              <a:ext uri="smNativeData">
                <pr:smNativeData xmlns:pr="smNativeData" xmlns="smNativeData" val="SMDATA_15_OmKRaRMAAAAlAAAAZAAAAE0AAAAAAAAAAAAAAAAAAAAAA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LRsAADQIAABTVQAAbTIAABAgAAAmAAAACAAAAP//////////"/>
              </a:ext>
            </a:extLst>
          </p:cNvSpPr>
          <p:nvPr/>
        </p:nvSpPr>
        <p:spPr>
          <a:xfrm>
            <a:off x="4417695" y="1333500"/>
            <a:ext cx="9452610" cy="6863715"/>
          </a:xfrm>
          <a:prstGeom prst="rect">
            <a:avLst/>
          </a:prstGeom>
          <a:noFill/>
          <a:ln>
            <a:noFill/>
          </a:ln>
          <a:effectLst/>
        </p:spPr>
        <p:txBody>
          <a:bodyPr vert="horz" wrap="square" lIns="0" tIns="0" rIns="0" bIns="0" numCol="1" spcCol="215900" anchor="t"/>
          <a:lstStyle/>
          <a:p>
            <a:pPr algn="ctr">
              <a:defRPr lang="en-us"/>
            </a:pPr>
            <a:r>
              <a:rPr lang="en-us" sz="22300" cap="none">
                <a:latin typeface="Aileron Heavy" pitchFamily="0" charset="0"/>
                <a:ea typeface="Calibri" pitchFamily="2" charset="0"/>
                <a:cs typeface="Calibri" pitchFamily="2" charset="0"/>
              </a:rPr>
              <a:t>Thank You</a:t>
            </a:r>
            <a:endParaRPr lang="en-us" sz="22300" cap="none">
              <a:latin typeface="Aileron Heavy" pitchFamily="0" charset="0"/>
              <a:ea typeface="Calibri" pitchFamily="2" charset="0"/>
              <a:cs typeface="Calibri" pitchFamily="2"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resentation">
  <a:themeElements>
    <a:clrScheme name="Presentation 1">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resentation">
      <a:majorFont>
        <a:latin typeface="Calibri"/>
        <a:ea typeface="Calibri"/>
        <a:cs typeface="Calibri"/>
      </a:majorFont>
      <a:minorFont>
        <a:latin typeface="Calibri"/>
        <a:ea typeface="Calibri"/>
        <a:cs typeface="Calibr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Simple Illustration Business Financial Presentation</dc:title>
  <dc:subject/>
  <dc:creator/>
  <cp:keywords/>
  <dc:description/>
  <cp:lastModifiedBy>Ayush Tiwari</cp:lastModifiedBy>
  <cp:revision>0</cp:revision>
  <dcterms:created xsi:type="dcterms:W3CDTF">2006-08-16T00:00:00Z</dcterms:created>
  <dcterms:modified xsi:type="dcterms:W3CDTF">2026-02-15T06:05:46Z</dcterms:modified>
</cp:coreProperties>
</file>